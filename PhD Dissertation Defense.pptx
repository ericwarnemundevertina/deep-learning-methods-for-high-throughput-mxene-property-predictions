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7" r:id="rId2"/>
  </p:sldMasterIdLst>
  <p:notesMasterIdLst>
    <p:notesMasterId r:id="rId140"/>
  </p:notesMasterIdLst>
  <p:handoutMasterIdLst>
    <p:handoutMasterId r:id="rId141"/>
  </p:handoutMasterIdLst>
  <p:sldIdLst>
    <p:sldId id="302" r:id="rId3"/>
    <p:sldId id="763" r:id="rId4"/>
    <p:sldId id="911" r:id="rId5"/>
    <p:sldId id="914" r:id="rId6"/>
    <p:sldId id="915" r:id="rId7"/>
    <p:sldId id="916" r:id="rId8"/>
    <p:sldId id="601" r:id="rId9"/>
    <p:sldId id="756" r:id="rId10"/>
    <p:sldId id="757" r:id="rId11"/>
    <p:sldId id="758" r:id="rId12"/>
    <p:sldId id="771" r:id="rId13"/>
    <p:sldId id="772" r:id="rId14"/>
    <p:sldId id="542" r:id="rId15"/>
    <p:sldId id="755" r:id="rId16"/>
    <p:sldId id="768" r:id="rId17"/>
    <p:sldId id="753" r:id="rId18"/>
    <p:sldId id="889" r:id="rId19"/>
    <p:sldId id="890" r:id="rId20"/>
    <p:sldId id="754" r:id="rId21"/>
    <p:sldId id="896" r:id="rId22"/>
    <p:sldId id="897" r:id="rId23"/>
    <p:sldId id="898" r:id="rId24"/>
    <p:sldId id="899" r:id="rId25"/>
    <p:sldId id="759" r:id="rId26"/>
    <p:sldId id="900" r:id="rId27"/>
    <p:sldId id="901" r:id="rId28"/>
    <p:sldId id="902" r:id="rId29"/>
    <p:sldId id="760" r:id="rId30"/>
    <p:sldId id="903" r:id="rId31"/>
    <p:sldId id="904" r:id="rId32"/>
    <p:sldId id="905" r:id="rId33"/>
    <p:sldId id="761" r:id="rId34"/>
    <p:sldId id="906" r:id="rId35"/>
    <p:sldId id="907" r:id="rId36"/>
    <p:sldId id="908" r:id="rId37"/>
    <p:sldId id="909" r:id="rId38"/>
    <p:sldId id="769" r:id="rId39"/>
    <p:sldId id="843" r:id="rId40"/>
    <p:sldId id="690" r:id="rId41"/>
    <p:sldId id="699" r:id="rId42"/>
    <p:sldId id="776" r:id="rId43"/>
    <p:sldId id="477" r:id="rId44"/>
    <p:sldId id="777" r:id="rId45"/>
    <p:sldId id="695" r:id="rId46"/>
    <p:sldId id="802" r:id="rId47"/>
    <p:sldId id="803" r:id="rId48"/>
    <p:sldId id="815" r:id="rId49"/>
    <p:sldId id="816" r:id="rId50"/>
    <p:sldId id="817" r:id="rId51"/>
    <p:sldId id="818" r:id="rId52"/>
    <p:sldId id="819" r:id="rId53"/>
    <p:sldId id="820" r:id="rId54"/>
    <p:sldId id="821" r:id="rId55"/>
    <p:sldId id="822" r:id="rId56"/>
    <p:sldId id="602" r:id="rId57"/>
    <p:sldId id="778" r:id="rId58"/>
    <p:sldId id="785" r:id="rId59"/>
    <p:sldId id="646" r:id="rId60"/>
    <p:sldId id="825" r:id="rId61"/>
    <p:sldId id="786" r:id="rId62"/>
    <p:sldId id="789" r:id="rId63"/>
    <p:sldId id="779" r:id="rId64"/>
    <p:sldId id="729" r:id="rId65"/>
    <p:sldId id="743" r:id="rId66"/>
    <p:sldId id="744" r:id="rId67"/>
    <p:sldId id="730" r:id="rId68"/>
    <p:sldId id="842" r:id="rId69"/>
    <p:sldId id="844" r:id="rId70"/>
    <p:sldId id="751" r:id="rId71"/>
    <p:sldId id="830" r:id="rId72"/>
    <p:sldId id="831" r:id="rId73"/>
    <p:sldId id="741" r:id="rId74"/>
    <p:sldId id="742" r:id="rId75"/>
    <p:sldId id="749" r:id="rId76"/>
    <p:sldId id="780" r:id="rId77"/>
    <p:sldId id="727" r:id="rId78"/>
    <p:sldId id="728" r:id="rId79"/>
    <p:sldId id="874" r:id="rId80"/>
    <p:sldId id="875" r:id="rId81"/>
    <p:sldId id="877" r:id="rId82"/>
    <p:sldId id="878" r:id="rId83"/>
    <p:sldId id="879" r:id="rId84"/>
    <p:sldId id="880" r:id="rId85"/>
    <p:sldId id="881" r:id="rId86"/>
    <p:sldId id="882" r:id="rId87"/>
    <p:sldId id="883" r:id="rId88"/>
    <p:sldId id="885" r:id="rId89"/>
    <p:sldId id="871" r:id="rId90"/>
    <p:sldId id="833" r:id="rId91"/>
    <p:sldId id="856" r:id="rId92"/>
    <p:sldId id="859" r:id="rId93"/>
    <p:sldId id="853" r:id="rId94"/>
    <p:sldId id="854" r:id="rId95"/>
    <p:sldId id="855" r:id="rId96"/>
    <p:sldId id="846" r:id="rId97"/>
    <p:sldId id="847" r:id="rId98"/>
    <p:sldId id="848" r:id="rId99"/>
    <p:sldId id="849" r:id="rId100"/>
    <p:sldId id="845" r:id="rId101"/>
    <p:sldId id="839" r:id="rId102"/>
    <p:sldId id="840" r:id="rId103"/>
    <p:sldId id="841" r:id="rId104"/>
    <p:sldId id="834" r:id="rId105"/>
    <p:sldId id="835" r:id="rId106"/>
    <p:sldId id="836" r:id="rId107"/>
    <p:sldId id="910" r:id="rId108"/>
    <p:sldId id="685" r:id="rId109"/>
    <p:sldId id="502" r:id="rId110"/>
    <p:sldId id="309" r:id="rId111"/>
    <p:sldId id="693" r:id="rId112"/>
    <p:sldId id="476" r:id="rId113"/>
    <p:sldId id="482" r:id="rId114"/>
    <p:sldId id="478" r:id="rId115"/>
    <p:sldId id="483" r:id="rId116"/>
    <p:sldId id="479" r:id="rId117"/>
    <p:sldId id="280" r:id="rId118"/>
    <p:sldId id="380" r:id="rId119"/>
    <p:sldId id="509" r:id="rId120"/>
    <p:sldId id="804" r:id="rId121"/>
    <p:sldId id="806" r:id="rId122"/>
    <p:sldId id="589" r:id="rId123"/>
    <p:sldId id="813" r:id="rId124"/>
    <p:sldId id="642" r:id="rId125"/>
    <p:sldId id="643" r:id="rId126"/>
    <p:sldId id="814" r:id="rId127"/>
    <p:sldId id="644" r:id="rId128"/>
    <p:sldId id="647" r:id="rId129"/>
    <p:sldId id="808" r:id="rId130"/>
    <p:sldId id="809" r:id="rId131"/>
    <p:sldId id="810" r:id="rId132"/>
    <p:sldId id="811" r:id="rId133"/>
    <p:sldId id="812" r:id="rId134"/>
    <p:sldId id="805" r:id="rId135"/>
    <p:sldId id="670" r:id="rId136"/>
    <p:sldId id="773" r:id="rId137"/>
    <p:sldId id="774" r:id="rId138"/>
    <p:sldId id="775" r:id="rId139"/>
  </p:sldIdLst>
  <p:sldSz cx="12192000" cy="6858000"/>
  <p:notesSz cx="6858000" cy="9144000"/>
  <p:custDataLst>
    <p:tags r:id="rId14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20" userDrawn="1">
          <p15:clr>
            <a:srgbClr val="A4A3A4"/>
          </p15:clr>
        </p15:guide>
        <p15:guide id="2" orient="horz" pos="960" userDrawn="1">
          <p15:clr>
            <a:srgbClr val="A4A3A4"/>
          </p15:clr>
        </p15:guide>
        <p15:guide id="3" orient="horz" pos="3888" userDrawn="1">
          <p15:clr>
            <a:srgbClr val="A4A3A4"/>
          </p15:clr>
        </p15:guide>
        <p15:guide id="4" pos="456" userDrawn="1">
          <p15:clr>
            <a:srgbClr val="A4A3A4"/>
          </p15:clr>
        </p15:guide>
        <p15:guide id="5" pos="72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CD95"/>
    <a:srgbClr val="46A0DC"/>
    <a:srgbClr val="B7A079"/>
    <a:srgbClr val="2C6A8C"/>
    <a:srgbClr val="000000"/>
    <a:srgbClr val="FFFFFF"/>
    <a:srgbClr val="6D6D6D"/>
    <a:srgbClr val="AB192D"/>
    <a:srgbClr val="C4122F"/>
    <a:srgbClr val="B2B7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72ECAB-62BE-4E34-BA75-236D895D45D4}" v="195" dt="2025-06-17T15:01:22.8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78" autoAdjust="0"/>
    <p:restoredTop sz="95033" autoAdjust="0"/>
  </p:normalViewPr>
  <p:slideViewPr>
    <p:cSldViewPr snapToGrid="0" showGuides="1">
      <p:cViewPr varScale="1">
        <p:scale>
          <a:sx n="78" d="100"/>
          <a:sy n="78" d="100"/>
        </p:scale>
        <p:origin x="576" y="72"/>
      </p:cViewPr>
      <p:guideLst>
        <p:guide orient="horz" pos="720"/>
        <p:guide orient="horz" pos="960"/>
        <p:guide orient="horz" pos="3888"/>
        <p:guide pos="456"/>
        <p:guide pos="729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8" d="100"/>
          <a:sy n="88" d="100"/>
        </p:scale>
        <p:origin x="2964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slide" Target="slides/slide132.xml"/><Relationship Id="rId139" Type="http://schemas.openxmlformats.org/officeDocument/2006/relationships/slide" Target="slides/slide13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40" Type="http://schemas.openxmlformats.org/officeDocument/2006/relationships/notesMaster" Target="notesMasters/notesMaster1.xml"/><Relationship Id="rId14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handoutMaster" Target="handoutMasters/handoutMaster1.xml"/><Relationship Id="rId146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microsoft.com/office/2016/11/relationships/changesInfo" Target="changesInfos/changesInfo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tags" Target="tags/tag1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presProps" Target="presProps.xml"/><Relationship Id="rId148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 Vertina" userId="c8fa19b5686b7715" providerId="LiveId" clId="{4272ECAB-62BE-4E34-BA75-236D895D45D4}"/>
    <pc:docChg chg="undo custSel addSld delSld modSld sldOrd">
      <pc:chgData name="Eric Vertina" userId="c8fa19b5686b7715" providerId="LiveId" clId="{4272ECAB-62BE-4E34-BA75-236D895D45D4}" dt="2025-06-27T20:07:12.024" v="4733"/>
      <pc:docMkLst>
        <pc:docMk/>
      </pc:docMkLst>
      <pc:sldChg chg="modSp mod">
        <pc:chgData name="Eric Vertina" userId="c8fa19b5686b7715" providerId="LiveId" clId="{4272ECAB-62BE-4E34-BA75-236D895D45D4}" dt="2025-06-06T13:11:18.910" v="15"/>
        <pc:sldMkLst>
          <pc:docMk/>
          <pc:sldMk cId="3294088976" sldId="302"/>
        </pc:sldMkLst>
        <pc:spChg chg="mod">
          <ac:chgData name="Eric Vertina" userId="c8fa19b5686b7715" providerId="LiveId" clId="{4272ECAB-62BE-4E34-BA75-236D895D45D4}" dt="2025-06-06T13:11:18.910" v="15"/>
          <ac:spMkLst>
            <pc:docMk/>
            <pc:sldMk cId="3294088976" sldId="302"/>
            <ac:spMk id="4" creationId="{00000000-0000-0000-0000-000000000000}"/>
          </ac:spMkLst>
        </pc:spChg>
        <pc:spChg chg="mod">
          <ac:chgData name="Eric Vertina" userId="c8fa19b5686b7715" providerId="LiveId" clId="{4272ECAB-62BE-4E34-BA75-236D895D45D4}" dt="2025-06-06T13:10:45.609" v="14" actId="20577"/>
          <ac:spMkLst>
            <pc:docMk/>
            <pc:sldMk cId="3294088976" sldId="302"/>
            <ac:spMk id="7" creationId="{00000000-0000-0000-0000-000000000000}"/>
          </ac:spMkLst>
        </pc:spChg>
      </pc:sldChg>
      <pc:sldChg chg="ord">
        <pc:chgData name="Eric Vertina" userId="c8fa19b5686b7715" providerId="LiveId" clId="{4272ECAB-62BE-4E34-BA75-236D895D45D4}" dt="2025-06-17T10:03:21.403" v="2350"/>
        <pc:sldMkLst>
          <pc:docMk/>
          <pc:sldMk cId="4071281709" sldId="380"/>
        </pc:sldMkLst>
      </pc:sldChg>
      <pc:sldChg chg="add">
        <pc:chgData name="Eric Vertina" userId="c8fa19b5686b7715" providerId="LiveId" clId="{4272ECAB-62BE-4E34-BA75-236D895D45D4}" dt="2025-06-17T12:15:37.973" v="2968"/>
        <pc:sldMkLst>
          <pc:docMk/>
          <pc:sldMk cId="1848290705" sldId="477"/>
        </pc:sldMkLst>
      </pc:sldChg>
      <pc:sldChg chg="del">
        <pc:chgData name="Eric Vertina" userId="c8fa19b5686b7715" providerId="LiveId" clId="{4272ECAB-62BE-4E34-BA75-236D895D45D4}" dt="2025-06-17T12:15:35.226" v="2967" actId="2696"/>
        <pc:sldMkLst>
          <pc:docMk/>
          <pc:sldMk cId="4264856883" sldId="477"/>
        </pc:sldMkLst>
      </pc:sldChg>
      <pc:sldChg chg="modSp mod">
        <pc:chgData name="Eric Vertina" userId="c8fa19b5686b7715" providerId="LiveId" clId="{4272ECAB-62BE-4E34-BA75-236D895D45D4}" dt="2025-06-17T10:02:05.078" v="2331" actId="20577"/>
        <pc:sldMkLst>
          <pc:docMk/>
          <pc:sldMk cId="413334131" sldId="502"/>
        </pc:sldMkLst>
        <pc:spChg chg="mod">
          <ac:chgData name="Eric Vertina" userId="c8fa19b5686b7715" providerId="LiveId" clId="{4272ECAB-62BE-4E34-BA75-236D895D45D4}" dt="2025-06-17T10:02:05.078" v="2331" actId="20577"/>
          <ac:spMkLst>
            <pc:docMk/>
            <pc:sldMk cId="413334131" sldId="502"/>
            <ac:spMk id="3" creationId="{431DEC7C-3300-106B-DCE7-A363AEDAE39A}"/>
          </ac:spMkLst>
        </pc:spChg>
      </pc:sldChg>
      <pc:sldChg chg="modSp mod ord">
        <pc:chgData name="Eric Vertina" userId="c8fa19b5686b7715" providerId="LiveId" clId="{4272ECAB-62BE-4E34-BA75-236D895D45D4}" dt="2025-06-17T09:12:09.225" v="1339" actId="14100"/>
        <pc:sldMkLst>
          <pc:docMk/>
          <pc:sldMk cId="2231827990" sldId="542"/>
        </pc:sldMkLst>
        <pc:graphicFrameChg chg="mod modGraphic">
          <ac:chgData name="Eric Vertina" userId="c8fa19b5686b7715" providerId="LiveId" clId="{4272ECAB-62BE-4E34-BA75-236D895D45D4}" dt="2025-06-17T09:12:09.225" v="1339" actId="14100"/>
          <ac:graphicFrameMkLst>
            <pc:docMk/>
            <pc:sldMk cId="2231827990" sldId="542"/>
            <ac:graphicFrameMk id="6" creationId="{6C426FF6-44F8-4276-88F8-A84C3C1E6CAD}"/>
          </ac:graphicFrameMkLst>
        </pc:graphicFrameChg>
      </pc:sldChg>
      <pc:sldChg chg="del">
        <pc:chgData name="Eric Vertina" userId="c8fa19b5686b7715" providerId="LiveId" clId="{4272ECAB-62BE-4E34-BA75-236D895D45D4}" dt="2025-06-17T13:31:28.085" v="3668" actId="47"/>
        <pc:sldMkLst>
          <pc:docMk/>
          <pc:sldMk cId="908180104" sldId="565"/>
        </pc:sldMkLst>
      </pc:sldChg>
      <pc:sldChg chg="add">
        <pc:chgData name="Eric Vertina" userId="c8fa19b5686b7715" providerId="LiveId" clId="{4272ECAB-62BE-4E34-BA75-236D895D45D4}" dt="2025-06-17T12:19:36.581" v="3005"/>
        <pc:sldMkLst>
          <pc:docMk/>
          <pc:sldMk cId="4195886104" sldId="589"/>
        </pc:sldMkLst>
      </pc:sldChg>
      <pc:sldChg chg="addSp delSp modSp mod ord">
        <pc:chgData name="Eric Vertina" userId="c8fa19b5686b7715" providerId="LiveId" clId="{4272ECAB-62BE-4E34-BA75-236D895D45D4}" dt="2025-06-17T09:24:14.722" v="1526" actId="478"/>
        <pc:sldMkLst>
          <pc:docMk/>
          <pc:sldMk cId="1774294496" sldId="601"/>
        </pc:sldMkLst>
        <pc:spChg chg="mod">
          <ac:chgData name="Eric Vertina" userId="c8fa19b5686b7715" providerId="LiveId" clId="{4272ECAB-62BE-4E34-BA75-236D895D45D4}" dt="2025-06-17T09:24:12.398" v="1525" actId="27636"/>
          <ac:spMkLst>
            <pc:docMk/>
            <pc:sldMk cId="1774294496" sldId="601"/>
            <ac:spMk id="3" creationId="{FEE84D56-7560-BECE-A22A-9AB8E9A607A1}"/>
          </ac:spMkLst>
        </pc:spChg>
        <pc:spChg chg="mod">
          <ac:chgData name="Eric Vertina" userId="c8fa19b5686b7715" providerId="LiveId" clId="{4272ECAB-62BE-4E34-BA75-236D895D45D4}" dt="2025-06-17T09:23:55.375" v="1520" actId="14100"/>
          <ac:spMkLst>
            <pc:docMk/>
            <pc:sldMk cId="1774294496" sldId="601"/>
            <ac:spMk id="8" creationId="{0B70268C-88B0-DCE1-4014-A7C402D1F8DA}"/>
          </ac:spMkLst>
        </pc:spChg>
      </pc:sldChg>
      <pc:sldChg chg="add">
        <pc:chgData name="Eric Vertina" userId="c8fa19b5686b7715" providerId="LiveId" clId="{4272ECAB-62BE-4E34-BA75-236D895D45D4}" dt="2025-06-17T12:20:36.287" v="3008"/>
        <pc:sldMkLst>
          <pc:docMk/>
          <pc:sldMk cId="239793463" sldId="602"/>
        </pc:sldMkLst>
      </pc:sldChg>
      <pc:sldChg chg="del">
        <pc:chgData name="Eric Vertina" userId="c8fa19b5686b7715" providerId="LiveId" clId="{4272ECAB-62BE-4E34-BA75-236D895D45D4}" dt="2025-06-17T13:27:52.205" v="3521" actId="2696"/>
        <pc:sldMkLst>
          <pc:docMk/>
          <pc:sldMk cId="4205057083" sldId="615"/>
        </pc:sldMkLst>
      </pc:sldChg>
      <pc:sldChg chg="del">
        <pc:chgData name="Eric Vertina" userId="c8fa19b5686b7715" providerId="LiveId" clId="{4272ECAB-62BE-4E34-BA75-236D895D45D4}" dt="2025-06-17T13:27:52.205" v="3521" actId="2696"/>
        <pc:sldMkLst>
          <pc:docMk/>
          <pc:sldMk cId="2713218668" sldId="631"/>
        </pc:sldMkLst>
      </pc:sldChg>
      <pc:sldChg chg="del">
        <pc:chgData name="Eric Vertina" userId="c8fa19b5686b7715" providerId="LiveId" clId="{4272ECAB-62BE-4E34-BA75-236D895D45D4}" dt="2025-06-17T10:02:47.312" v="2339" actId="47"/>
        <pc:sldMkLst>
          <pc:docMk/>
          <pc:sldMk cId="3518915193" sldId="632"/>
        </pc:sldMkLst>
      </pc:sldChg>
      <pc:sldChg chg="del">
        <pc:chgData name="Eric Vertina" userId="c8fa19b5686b7715" providerId="LiveId" clId="{4272ECAB-62BE-4E34-BA75-236D895D45D4}" dt="2025-06-06T13:12:08.318" v="16" actId="47"/>
        <pc:sldMkLst>
          <pc:docMk/>
          <pc:sldMk cId="7850305" sldId="636"/>
        </pc:sldMkLst>
      </pc:sldChg>
      <pc:sldChg chg="add">
        <pc:chgData name="Eric Vertina" userId="c8fa19b5686b7715" providerId="LiveId" clId="{4272ECAB-62BE-4E34-BA75-236D895D45D4}" dt="2025-06-17T12:19:17.724" v="3004"/>
        <pc:sldMkLst>
          <pc:docMk/>
          <pc:sldMk cId="2686902318" sldId="642"/>
        </pc:sldMkLst>
      </pc:sldChg>
      <pc:sldChg chg="add">
        <pc:chgData name="Eric Vertina" userId="c8fa19b5686b7715" providerId="LiveId" clId="{4272ECAB-62BE-4E34-BA75-236D895D45D4}" dt="2025-06-17T12:19:17.724" v="3004"/>
        <pc:sldMkLst>
          <pc:docMk/>
          <pc:sldMk cId="464793337" sldId="643"/>
        </pc:sldMkLst>
      </pc:sldChg>
      <pc:sldChg chg="add">
        <pc:chgData name="Eric Vertina" userId="c8fa19b5686b7715" providerId="LiveId" clId="{4272ECAB-62BE-4E34-BA75-236D895D45D4}" dt="2025-06-17T12:19:17.724" v="3004"/>
        <pc:sldMkLst>
          <pc:docMk/>
          <pc:sldMk cId="4131352635" sldId="644"/>
        </pc:sldMkLst>
      </pc:sldChg>
      <pc:sldChg chg="del">
        <pc:chgData name="Eric Vertina" userId="c8fa19b5686b7715" providerId="LiveId" clId="{4272ECAB-62BE-4E34-BA75-236D895D45D4}" dt="2025-06-17T09:56:40.403" v="2216" actId="47"/>
        <pc:sldMkLst>
          <pc:docMk/>
          <pc:sldMk cId="2732714653" sldId="645"/>
        </pc:sldMkLst>
      </pc:sldChg>
      <pc:sldChg chg="add ord">
        <pc:chgData name="Eric Vertina" userId="c8fa19b5686b7715" providerId="LiveId" clId="{4272ECAB-62BE-4E34-BA75-236D895D45D4}" dt="2025-06-27T20:07:12.024" v="4733"/>
        <pc:sldMkLst>
          <pc:docMk/>
          <pc:sldMk cId="976212536" sldId="646"/>
        </pc:sldMkLst>
      </pc:sldChg>
      <pc:sldChg chg="del">
        <pc:chgData name="Eric Vertina" userId="c8fa19b5686b7715" providerId="LiveId" clId="{4272ECAB-62BE-4E34-BA75-236D895D45D4}" dt="2025-06-17T12:28:22.097" v="3193" actId="2696"/>
        <pc:sldMkLst>
          <pc:docMk/>
          <pc:sldMk cId="3414635924" sldId="646"/>
        </pc:sldMkLst>
      </pc:sldChg>
      <pc:sldChg chg="add">
        <pc:chgData name="Eric Vertina" userId="c8fa19b5686b7715" providerId="LiveId" clId="{4272ECAB-62BE-4E34-BA75-236D895D45D4}" dt="2025-06-17T12:19:17.724" v="3004"/>
        <pc:sldMkLst>
          <pc:docMk/>
          <pc:sldMk cId="186001025" sldId="647"/>
        </pc:sldMkLst>
      </pc:sldChg>
      <pc:sldChg chg="del">
        <pc:chgData name="Eric Vertina" userId="c8fa19b5686b7715" providerId="LiveId" clId="{4272ECAB-62BE-4E34-BA75-236D895D45D4}" dt="2025-06-17T13:25:28.948" v="3471" actId="47"/>
        <pc:sldMkLst>
          <pc:docMk/>
          <pc:sldMk cId="2109141675" sldId="650"/>
        </pc:sldMkLst>
      </pc:sldChg>
      <pc:sldChg chg="del">
        <pc:chgData name="Eric Vertina" userId="c8fa19b5686b7715" providerId="LiveId" clId="{4272ECAB-62BE-4E34-BA75-236D895D45D4}" dt="2025-06-17T13:25:30.384" v="3472" actId="47"/>
        <pc:sldMkLst>
          <pc:docMk/>
          <pc:sldMk cId="2583950465" sldId="652"/>
        </pc:sldMkLst>
      </pc:sldChg>
      <pc:sldChg chg="del">
        <pc:chgData name="Eric Vertina" userId="c8fa19b5686b7715" providerId="LiveId" clId="{4272ECAB-62BE-4E34-BA75-236D895D45D4}" dt="2025-06-17T10:02:45.372" v="2338" actId="47"/>
        <pc:sldMkLst>
          <pc:docMk/>
          <pc:sldMk cId="3650707891" sldId="658"/>
        </pc:sldMkLst>
      </pc:sldChg>
      <pc:sldChg chg="del">
        <pc:chgData name="Eric Vertina" userId="c8fa19b5686b7715" providerId="LiveId" clId="{4272ECAB-62BE-4E34-BA75-236D895D45D4}" dt="2025-06-17T10:02:42.734" v="2335" actId="47"/>
        <pc:sldMkLst>
          <pc:docMk/>
          <pc:sldMk cId="3502835487" sldId="662"/>
        </pc:sldMkLst>
      </pc:sldChg>
      <pc:sldChg chg="del">
        <pc:chgData name="Eric Vertina" userId="c8fa19b5686b7715" providerId="LiveId" clId="{4272ECAB-62BE-4E34-BA75-236D895D45D4}" dt="2025-06-17T10:02:41.309" v="2334" actId="47"/>
        <pc:sldMkLst>
          <pc:docMk/>
          <pc:sldMk cId="1021101651" sldId="663"/>
        </pc:sldMkLst>
      </pc:sldChg>
      <pc:sldChg chg="del">
        <pc:chgData name="Eric Vertina" userId="c8fa19b5686b7715" providerId="LiveId" clId="{4272ECAB-62BE-4E34-BA75-236D895D45D4}" dt="2025-06-17T10:05:35.564" v="2369" actId="47"/>
        <pc:sldMkLst>
          <pc:docMk/>
          <pc:sldMk cId="1717797799" sldId="667"/>
        </pc:sldMkLst>
      </pc:sldChg>
      <pc:sldChg chg="del">
        <pc:chgData name="Eric Vertina" userId="c8fa19b5686b7715" providerId="LiveId" clId="{4272ECAB-62BE-4E34-BA75-236D895D45D4}" dt="2025-06-17T10:05:33.849" v="2368" actId="47"/>
        <pc:sldMkLst>
          <pc:docMk/>
          <pc:sldMk cId="2551043047" sldId="671"/>
        </pc:sldMkLst>
      </pc:sldChg>
      <pc:sldChg chg="del">
        <pc:chgData name="Eric Vertina" userId="c8fa19b5686b7715" providerId="LiveId" clId="{4272ECAB-62BE-4E34-BA75-236D895D45D4}" dt="2025-06-17T10:03:05.196" v="2347" actId="47"/>
        <pc:sldMkLst>
          <pc:docMk/>
          <pc:sldMk cId="1660917438" sldId="673"/>
        </pc:sldMkLst>
      </pc:sldChg>
      <pc:sldChg chg="del">
        <pc:chgData name="Eric Vertina" userId="c8fa19b5686b7715" providerId="LiveId" clId="{4272ECAB-62BE-4E34-BA75-236D895D45D4}" dt="2025-06-17T10:05:21.861" v="2360" actId="47"/>
        <pc:sldMkLst>
          <pc:docMk/>
          <pc:sldMk cId="3789530123" sldId="674"/>
        </pc:sldMkLst>
      </pc:sldChg>
      <pc:sldChg chg="del">
        <pc:chgData name="Eric Vertina" userId="c8fa19b5686b7715" providerId="LiveId" clId="{4272ECAB-62BE-4E34-BA75-236D895D45D4}" dt="2025-06-17T10:05:25.236" v="2365" actId="47"/>
        <pc:sldMkLst>
          <pc:docMk/>
          <pc:sldMk cId="1801000352" sldId="675"/>
        </pc:sldMkLst>
      </pc:sldChg>
      <pc:sldChg chg="del">
        <pc:chgData name="Eric Vertina" userId="c8fa19b5686b7715" providerId="LiveId" clId="{4272ECAB-62BE-4E34-BA75-236D895D45D4}" dt="2025-06-17T10:05:18.647" v="2354" actId="47"/>
        <pc:sldMkLst>
          <pc:docMk/>
          <pc:sldMk cId="677475446" sldId="676"/>
        </pc:sldMkLst>
      </pc:sldChg>
      <pc:sldChg chg="del">
        <pc:chgData name="Eric Vertina" userId="c8fa19b5686b7715" providerId="LiveId" clId="{4272ECAB-62BE-4E34-BA75-236D895D45D4}" dt="2025-06-17T10:05:17.554" v="2353" actId="47"/>
        <pc:sldMkLst>
          <pc:docMk/>
          <pc:sldMk cId="1289576275" sldId="677"/>
        </pc:sldMkLst>
      </pc:sldChg>
      <pc:sldChg chg="del">
        <pc:chgData name="Eric Vertina" userId="c8fa19b5686b7715" providerId="LiveId" clId="{4272ECAB-62BE-4E34-BA75-236D895D45D4}" dt="2025-06-17T10:02:44.650" v="2337" actId="47"/>
        <pc:sldMkLst>
          <pc:docMk/>
          <pc:sldMk cId="3628426637" sldId="678"/>
        </pc:sldMkLst>
      </pc:sldChg>
      <pc:sldChg chg="add del">
        <pc:chgData name="Eric Vertina" userId="c8fa19b5686b7715" providerId="LiveId" clId="{4272ECAB-62BE-4E34-BA75-236D895D45D4}" dt="2025-06-17T13:28:24.435" v="3525" actId="47"/>
        <pc:sldMkLst>
          <pc:docMk/>
          <pc:sldMk cId="45604101" sldId="679"/>
        </pc:sldMkLst>
      </pc:sldChg>
      <pc:sldChg chg="del">
        <pc:chgData name="Eric Vertina" userId="c8fa19b5686b7715" providerId="LiveId" clId="{4272ECAB-62BE-4E34-BA75-236D895D45D4}" dt="2025-06-17T13:28:13.475" v="3523" actId="2696"/>
        <pc:sldMkLst>
          <pc:docMk/>
          <pc:sldMk cId="1924179094" sldId="679"/>
        </pc:sldMkLst>
      </pc:sldChg>
      <pc:sldChg chg="del">
        <pc:chgData name="Eric Vertina" userId="c8fa19b5686b7715" providerId="LiveId" clId="{4272ECAB-62BE-4E34-BA75-236D895D45D4}" dt="2025-06-17T13:25:33.183" v="3475" actId="47"/>
        <pc:sldMkLst>
          <pc:docMk/>
          <pc:sldMk cId="2418529020" sldId="681"/>
        </pc:sldMkLst>
      </pc:sldChg>
      <pc:sldChg chg="del">
        <pc:chgData name="Eric Vertina" userId="c8fa19b5686b7715" providerId="LiveId" clId="{4272ECAB-62BE-4E34-BA75-236D895D45D4}" dt="2025-06-17T13:25:32.343" v="3474" actId="47"/>
        <pc:sldMkLst>
          <pc:docMk/>
          <pc:sldMk cId="3267719446" sldId="682"/>
        </pc:sldMkLst>
      </pc:sldChg>
      <pc:sldChg chg="del">
        <pc:chgData name="Eric Vertina" userId="c8fa19b5686b7715" providerId="LiveId" clId="{4272ECAB-62BE-4E34-BA75-236D895D45D4}" dt="2025-06-17T10:02:37.167" v="2332" actId="47"/>
        <pc:sldMkLst>
          <pc:docMk/>
          <pc:sldMk cId="3395834324" sldId="683"/>
        </pc:sldMkLst>
      </pc:sldChg>
      <pc:sldChg chg="add">
        <pc:chgData name="Eric Vertina" userId="c8fa19b5686b7715" providerId="LiveId" clId="{4272ECAB-62BE-4E34-BA75-236D895D45D4}" dt="2025-06-17T13:27:39.583" v="3520"/>
        <pc:sldMkLst>
          <pc:docMk/>
          <pc:sldMk cId="360338965" sldId="685"/>
        </pc:sldMkLst>
      </pc:sldChg>
      <pc:sldChg chg="modSp del mod">
        <pc:chgData name="Eric Vertina" userId="c8fa19b5686b7715" providerId="LiveId" clId="{4272ECAB-62BE-4E34-BA75-236D895D45D4}" dt="2025-06-17T13:27:36.226" v="3519" actId="2696"/>
        <pc:sldMkLst>
          <pc:docMk/>
          <pc:sldMk cId="889688052" sldId="685"/>
        </pc:sldMkLst>
      </pc:sldChg>
      <pc:sldChg chg="del">
        <pc:chgData name="Eric Vertina" userId="c8fa19b5686b7715" providerId="LiveId" clId="{4272ECAB-62BE-4E34-BA75-236D895D45D4}" dt="2025-06-17T10:04:48.071" v="2351" actId="47"/>
        <pc:sldMkLst>
          <pc:docMk/>
          <pc:sldMk cId="2569469544" sldId="687"/>
        </pc:sldMkLst>
      </pc:sldChg>
      <pc:sldChg chg="del">
        <pc:chgData name="Eric Vertina" userId="c8fa19b5686b7715" providerId="LiveId" clId="{4272ECAB-62BE-4E34-BA75-236D895D45D4}" dt="2025-06-17T12:15:53.252" v="2969" actId="2696"/>
        <pc:sldMkLst>
          <pc:docMk/>
          <pc:sldMk cId="1739348910" sldId="690"/>
        </pc:sldMkLst>
      </pc:sldChg>
      <pc:sldChg chg="modSp add mod ord">
        <pc:chgData name="Eric Vertina" userId="c8fa19b5686b7715" providerId="LiveId" clId="{4272ECAB-62BE-4E34-BA75-236D895D45D4}" dt="2025-06-17T14:07:46.612" v="4526" actId="20577"/>
        <pc:sldMkLst>
          <pc:docMk/>
          <pc:sldMk cId="2027131950" sldId="690"/>
        </pc:sldMkLst>
        <pc:spChg chg="mod">
          <ac:chgData name="Eric Vertina" userId="c8fa19b5686b7715" providerId="LiveId" clId="{4272ECAB-62BE-4E34-BA75-236D895D45D4}" dt="2025-06-17T14:07:46.612" v="4526" actId="20577"/>
          <ac:spMkLst>
            <pc:docMk/>
            <pc:sldMk cId="2027131950" sldId="690"/>
            <ac:spMk id="3" creationId="{13291693-06FD-6F7F-94C8-78E93CDB48EE}"/>
          </ac:spMkLst>
        </pc:spChg>
      </pc:sldChg>
      <pc:sldChg chg="del">
        <pc:chgData name="Eric Vertina" userId="c8fa19b5686b7715" providerId="LiveId" clId="{4272ECAB-62BE-4E34-BA75-236D895D45D4}" dt="2025-06-17T13:25:31.567" v="3473" actId="47"/>
        <pc:sldMkLst>
          <pc:docMk/>
          <pc:sldMk cId="1812099618" sldId="694"/>
        </pc:sldMkLst>
      </pc:sldChg>
      <pc:sldChg chg="add">
        <pc:chgData name="Eric Vertina" userId="c8fa19b5686b7715" providerId="LiveId" clId="{4272ECAB-62BE-4E34-BA75-236D895D45D4}" dt="2025-06-17T13:28:20.125" v="3524"/>
        <pc:sldMkLst>
          <pc:docMk/>
          <pc:sldMk cId="2689491224" sldId="695"/>
        </pc:sldMkLst>
      </pc:sldChg>
      <pc:sldChg chg="del">
        <pc:chgData name="Eric Vertina" userId="c8fa19b5686b7715" providerId="LiveId" clId="{4272ECAB-62BE-4E34-BA75-236D895D45D4}" dt="2025-06-17T13:28:13.475" v="3523" actId="2696"/>
        <pc:sldMkLst>
          <pc:docMk/>
          <pc:sldMk cId="3693735877" sldId="695"/>
        </pc:sldMkLst>
      </pc:sldChg>
      <pc:sldChg chg="del">
        <pc:chgData name="Eric Vertina" userId="c8fa19b5686b7715" providerId="LiveId" clId="{4272ECAB-62BE-4E34-BA75-236D895D45D4}" dt="2025-06-17T10:02:40.293" v="2333" actId="47"/>
        <pc:sldMkLst>
          <pc:docMk/>
          <pc:sldMk cId="4061256352" sldId="696"/>
        </pc:sldMkLst>
      </pc:sldChg>
      <pc:sldChg chg="del">
        <pc:chgData name="Eric Vertina" userId="c8fa19b5686b7715" providerId="LiveId" clId="{4272ECAB-62BE-4E34-BA75-236D895D45D4}" dt="2025-06-17T10:02:43.763" v="2336" actId="47"/>
        <pc:sldMkLst>
          <pc:docMk/>
          <pc:sldMk cId="142965339" sldId="697"/>
        </pc:sldMkLst>
      </pc:sldChg>
      <pc:sldChg chg="del">
        <pc:chgData name="Eric Vertina" userId="c8fa19b5686b7715" providerId="LiveId" clId="{4272ECAB-62BE-4E34-BA75-236D895D45D4}" dt="2025-06-17T10:03:08.878" v="2348" actId="47"/>
        <pc:sldMkLst>
          <pc:docMk/>
          <pc:sldMk cId="1674625138" sldId="698"/>
        </pc:sldMkLst>
      </pc:sldChg>
      <pc:sldChg chg="add ord">
        <pc:chgData name="Eric Vertina" userId="c8fa19b5686b7715" providerId="LiveId" clId="{4272ECAB-62BE-4E34-BA75-236D895D45D4}" dt="2025-06-17T12:16:16.776" v="2976"/>
        <pc:sldMkLst>
          <pc:docMk/>
          <pc:sldMk cId="1521852035" sldId="699"/>
        </pc:sldMkLst>
      </pc:sldChg>
      <pc:sldChg chg="del">
        <pc:chgData name="Eric Vertina" userId="c8fa19b5686b7715" providerId="LiveId" clId="{4272ECAB-62BE-4E34-BA75-236D895D45D4}" dt="2025-06-17T12:16:08.039" v="2973" actId="2696"/>
        <pc:sldMkLst>
          <pc:docMk/>
          <pc:sldMk cId="3626954771" sldId="699"/>
        </pc:sldMkLst>
      </pc:sldChg>
      <pc:sldChg chg="del">
        <pc:chgData name="Eric Vertina" userId="c8fa19b5686b7715" providerId="LiveId" clId="{4272ECAB-62BE-4E34-BA75-236D895D45D4}" dt="2025-06-17T13:25:44.735" v="3476" actId="47"/>
        <pc:sldMkLst>
          <pc:docMk/>
          <pc:sldMk cId="3434173819" sldId="700"/>
        </pc:sldMkLst>
      </pc:sldChg>
      <pc:sldChg chg="del">
        <pc:chgData name="Eric Vertina" userId="c8fa19b5686b7715" providerId="LiveId" clId="{4272ECAB-62BE-4E34-BA75-236D895D45D4}" dt="2025-06-17T10:03:03.934" v="2345" actId="47"/>
        <pc:sldMkLst>
          <pc:docMk/>
          <pc:sldMk cId="2048847552" sldId="701"/>
        </pc:sldMkLst>
      </pc:sldChg>
      <pc:sldChg chg="del">
        <pc:chgData name="Eric Vertina" userId="c8fa19b5686b7715" providerId="LiveId" clId="{4272ECAB-62BE-4E34-BA75-236D895D45D4}" dt="2025-06-17T10:03:03.409" v="2344" actId="47"/>
        <pc:sldMkLst>
          <pc:docMk/>
          <pc:sldMk cId="1592314225" sldId="702"/>
        </pc:sldMkLst>
      </pc:sldChg>
      <pc:sldChg chg="del">
        <pc:chgData name="Eric Vertina" userId="c8fa19b5686b7715" providerId="LiveId" clId="{4272ECAB-62BE-4E34-BA75-236D895D45D4}" dt="2025-06-17T10:03:02.889" v="2343" actId="47"/>
        <pc:sldMkLst>
          <pc:docMk/>
          <pc:sldMk cId="2045635481" sldId="703"/>
        </pc:sldMkLst>
      </pc:sldChg>
      <pc:sldChg chg="del">
        <pc:chgData name="Eric Vertina" userId="c8fa19b5686b7715" providerId="LiveId" clId="{4272ECAB-62BE-4E34-BA75-236D895D45D4}" dt="2025-06-17T10:03:02.354" v="2342" actId="47"/>
        <pc:sldMkLst>
          <pc:docMk/>
          <pc:sldMk cId="2987232588" sldId="704"/>
        </pc:sldMkLst>
      </pc:sldChg>
      <pc:sldChg chg="del">
        <pc:chgData name="Eric Vertina" userId="c8fa19b5686b7715" providerId="LiveId" clId="{4272ECAB-62BE-4E34-BA75-236D895D45D4}" dt="2025-06-17T10:03:01.795" v="2341" actId="47"/>
        <pc:sldMkLst>
          <pc:docMk/>
          <pc:sldMk cId="1229611592" sldId="705"/>
        </pc:sldMkLst>
      </pc:sldChg>
      <pc:sldChg chg="del">
        <pc:chgData name="Eric Vertina" userId="c8fa19b5686b7715" providerId="LiveId" clId="{4272ECAB-62BE-4E34-BA75-236D895D45D4}" dt="2025-06-17T10:03:00.983" v="2340" actId="47"/>
        <pc:sldMkLst>
          <pc:docMk/>
          <pc:sldMk cId="976720086" sldId="706"/>
        </pc:sldMkLst>
      </pc:sldChg>
      <pc:sldChg chg="del">
        <pc:chgData name="Eric Vertina" userId="c8fa19b5686b7715" providerId="LiveId" clId="{4272ECAB-62BE-4E34-BA75-236D895D45D4}" dt="2025-06-17T10:05:30.025" v="2366" actId="47"/>
        <pc:sldMkLst>
          <pc:docMk/>
          <pc:sldMk cId="3175697931" sldId="707"/>
        </pc:sldMkLst>
      </pc:sldChg>
      <pc:sldChg chg="del">
        <pc:chgData name="Eric Vertina" userId="c8fa19b5686b7715" providerId="LiveId" clId="{4272ECAB-62BE-4E34-BA75-236D895D45D4}" dt="2025-06-17T10:05:31" v="2367" actId="47"/>
        <pc:sldMkLst>
          <pc:docMk/>
          <pc:sldMk cId="1732473647" sldId="708"/>
        </pc:sldMkLst>
      </pc:sldChg>
      <pc:sldChg chg="del">
        <pc:chgData name="Eric Vertina" userId="c8fa19b5686b7715" providerId="LiveId" clId="{4272ECAB-62BE-4E34-BA75-236D895D45D4}" dt="2025-06-17T10:05:16.495" v="2352" actId="47"/>
        <pc:sldMkLst>
          <pc:docMk/>
          <pc:sldMk cId="574912696" sldId="709"/>
        </pc:sldMkLst>
      </pc:sldChg>
      <pc:sldChg chg="del">
        <pc:chgData name="Eric Vertina" userId="c8fa19b5686b7715" providerId="LiveId" clId="{4272ECAB-62BE-4E34-BA75-236D895D45D4}" dt="2025-06-17T10:05:19.312" v="2355" actId="47"/>
        <pc:sldMkLst>
          <pc:docMk/>
          <pc:sldMk cId="433600653" sldId="710"/>
        </pc:sldMkLst>
      </pc:sldChg>
      <pc:sldChg chg="del">
        <pc:chgData name="Eric Vertina" userId="c8fa19b5686b7715" providerId="LiveId" clId="{4272ECAB-62BE-4E34-BA75-236D895D45D4}" dt="2025-06-17T10:05:19.880" v="2356" actId="47"/>
        <pc:sldMkLst>
          <pc:docMk/>
          <pc:sldMk cId="3668468692" sldId="711"/>
        </pc:sldMkLst>
      </pc:sldChg>
      <pc:sldChg chg="del">
        <pc:chgData name="Eric Vertina" userId="c8fa19b5686b7715" providerId="LiveId" clId="{4272ECAB-62BE-4E34-BA75-236D895D45D4}" dt="2025-06-17T10:05:20.244" v="2357" actId="47"/>
        <pc:sldMkLst>
          <pc:docMk/>
          <pc:sldMk cId="2756885511" sldId="712"/>
        </pc:sldMkLst>
      </pc:sldChg>
      <pc:sldChg chg="del">
        <pc:chgData name="Eric Vertina" userId="c8fa19b5686b7715" providerId="LiveId" clId="{4272ECAB-62BE-4E34-BA75-236D895D45D4}" dt="2025-06-17T10:05:20.656" v="2358" actId="47"/>
        <pc:sldMkLst>
          <pc:docMk/>
          <pc:sldMk cId="993553859" sldId="713"/>
        </pc:sldMkLst>
      </pc:sldChg>
      <pc:sldChg chg="del">
        <pc:chgData name="Eric Vertina" userId="c8fa19b5686b7715" providerId="LiveId" clId="{4272ECAB-62BE-4E34-BA75-236D895D45D4}" dt="2025-06-17T10:05:21.022" v="2359" actId="47"/>
        <pc:sldMkLst>
          <pc:docMk/>
          <pc:sldMk cId="3885525622" sldId="714"/>
        </pc:sldMkLst>
      </pc:sldChg>
      <pc:sldChg chg="del">
        <pc:chgData name="Eric Vertina" userId="c8fa19b5686b7715" providerId="LiveId" clId="{4272ECAB-62BE-4E34-BA75-236D895D45D4}" dt="2025-06-17T10:03:04.540" v="2346" actId="47"/>
        <pc:sldMkLst>
          <pc:docMk/>
          <pc:sldMk cId="2186242935" sldId="715"/>
        </pc:sldMkLst>
      </pc:sldChg>
      <pc:sldChg chg="del">
        <pc:chgData name="Eric Vertina" userId="c8fa19b5686b7715" providerId="LiveId" clId="{4272ECAB-62BE-4E34-BA75-236D895D45D4}" dt="2025-06-17T10:05:22.229" v="2361" actId="47"/>
        <pc:sldMkLst>
          <pc:docMk/>
          <pc:sldMk cId="2050384733" sldId="716"/>
        </pc:sldMkLst>
      </pc:sldChg>
      <pc:sldChg chg="del">
        <pc:chgData name="Eric Vertina" userId="c8fa19b5686b7715" providerId="LiveId" clId="{4272ECAB-62BE-4E34-BA75-236D895D45D4}" dt="2025-06-17T10:05:22.827" v="2362" actId="47"/>
        <pc:sldMkLst>
          <pc:docMk/>
          <pc:sldMk cId="3035917244" sldId="717"/>
        </pc:sldMkLst>
      </pc:sldChg>
      <pc:sldChg chg="del">
        <pc:chgData name="Eric Vertina" userId="c8fa19b5686b7715" providerId="LiveId" clId="{4272ECAB-62BE-4E34-BA75-236D895D45D4}" dt="2025-06-17T10:05:23.301" v="2363" actId="47"/>
        <pc:sldMkLst>
          <pc:docMk/>
          <pc:sldMk cId="19847707" sldId="718"/>
        </pc:sldMkLst>
      </pc:sldChg>
      <pc:sldChg chg="del">
        <pc:chgData name="Eric Vertina" userId="c8fa19b5686b7715" providerId="LiveId" clId="{4272ECAB-62BE-4E34-BA75-236D895D45D4}" dt="2025-06-17T10:05:23.814" v="2364" actId="47"/>
        <pc:sldMkLst>
          <pc:docMk/>
          <pc:sldMk cId="1491660740" sldId="719"/>
        </pc:sldMkLst>
      </pc:sldChg>
      <pc:sldChg chg="new del">
        <pc:chgData name="Eric Vertina" userId="c8fa19b5686b7715" providerId="LiveId" clId="{4272ECAB-62BE-4E34-BA75-236D895D45D4}" dt="2025-06-17T14:05:26.418" v="4459" actId="47"/>
        <pc:sldMkLst>
          <pc:docMk/>
          <pc:sldMk cId="3468829597" sldId="720"/>
        </pc:sldMkLst>
      </pc:sldChg>
      <pc:sldChg chg="new del">
        <pc:chgData name="Eric Vertina" userId="c8fa19b5686b7715" providerId="LiveId" clId="{4272ECAB-62BE-4E34-BA75-236D895D45D4}" dt="2025-06-17T14:05:26.418" v="4459" actId="47"/>
        <pc:sldMkLst>
          <pc:docMk/>
          <pc:sldMk cId="1975597975" sldId="721"/>
        </pc:sldMkLst>
      </pc:sldChg>
      <pc:sldChg chg="new del">
        <pc:chgData name="Eric Vertina" userId="c8fa19b5686b7715" providerId="LiveId" clId="{4272ECAB-62BE-4E34-BA75-236D895D45D4}" dt="2025-06-17T14:05:26.418" v="4459" actId="47"/>
        <pc:sldMkLst>
          <pc:docMk/>
          <pc:sldMk cId="1563278429" sldId="722"/>
        </pc:sldMkLst>
      </pc:sldChg>
      <pc:sldChg chg="new del">
        <pc:chgData name="Eric Vertina" userId="c8fa19b5686b7715" providerId="LiveId" clId="{4272ECAB-62BE-4E34-BA75-236D895D45D4}" dt="2025-06-17T14:05:26.418" v="4459" actId="47"/>
        <pc:sldMkLst>
          <pc:docMk/>
          <pc:sldMk cId="2549862646" sldId="723"/>
        </pc:sldMkLst>
      </pc:sldChg>
      <pc:sldChg chg="new del">
        <pc:chgData name="Eric Vertina" userId="c8fa19b5686b7715" providerId="LiveId" clId="{4272ECAB-62BE-4E34-BA75-236D895D45D4}" dt="2025-06-17T14:49:33.545" v="4535" actId="47"/>
        <pc:sldMkLst>
          <pc:docMk/>
          <pc:sldMk cId="1193621613" sldId="724"/>
        </pc:sldMkLst>
      </pc:sldChg>
      <pc:sldChg chg="new del">
        <pc:chgData name="Eric Vertina" userId="c8fa19b5686b7715" providerId="LiveId" clId="{4272ECAB-62BE-4E34-BA75-236D895D45D4}" dt="2025-06-17T09:12:15.888" v="1341" actId="47"/>
        <pc:sldMkLst>
          <pc:docMk/>
          <pc:sldMk cId="4241900050" sldId="725"/>
        </pc:sldMkLst>
      </pc:sldChg>
      <pc:sldChg chg="new del">
        <pc:chgData name="Eric Vertina" userId="c8fa19b5686b7715" providerId="LiveId" clId="{4272ECAB-62BE-4E34-BA75-236D895D45D4}" dt="2025-06-17T14:49:07.800" v="4532" actId="47"/>
        <pc:sldMkLst>
          <pc:docMk/>
          <pc:sldMk cId="3105879665" sldId="726"/>
        </pc:sldMkLst>
      </pc:sldChg>
      <pc:sldChg chg="addSp modSp new mod">
        <pc:chgData name="Eric Vertina" userId="c8fa19b5686b7715" providerId="LiveId" clId="{4272ECAB-62BE-4E34-BA75-236D895D45D4}" dt="2025-06-17T12:32:09.238" v="3366" actId="20577"/>
        <pc:sldMkLst>
          <pc:docMk/>
          <pc:sldMk cId="393427111" sldId="727"/>
        </pc:sldMkLst>
        <pc:spChg chg="mod">
          <ac:chgData name="Eric Vertina" userId="c8fa19b5686b7715" providerId="LiveId" clId="{4272ECAB-62BE-4E34-BA75-236D895D45D4}" dt="2025-06-17T12:32:03.532" v="3345" actId="20577"/>
          <ac:spMkLst>
            <pc:docMk/>
            <pc:sldMk cId="393427111" sldId="727"/>
            <ac:spMk id="2" creationId="{35B38CDA-7B85-FB55-4713-0200D45F1611}"/>
          </ac:spMkLst>
        </pc:spChg>
        <pc:spChg chg="mod">
          <ac:chgData name="Eric Vertina" userId="c8fa19b5686b7715" providerId="LiveId" clId="{4272ECAB-62BE-4E34-BA75-236D895D45D4}" dt="2025-06-17T12:32:09.238" v="3366" actId="20577"/>
          <ac:spMkLst>
            <pc:docMk/>
            <pc:sldMk cId="393427111" sldId="727"/>
            <ac:spMk id="3" creationId="{3F195041-5AD1-D15A-E37B-BEA0FE12DC0D}"/>
          </ac:spMkLst>
        </pc:spChg>
        <pc:picChg chg="add">
          <ac:chgData name="Eric Vertina" userId="c8fa19b5686b7715" providerId="LiveId" clId="{4272ECAB-62BE-4E34-BA75-236D895D45D4}" dt="2025-06-17T12:31:59.587" v="3328" actId="22"/>
          <ac:picMkLst>
            <pc:docMk/>
            <pc:sldMk cId="393427111" sldId="727"/>
            <ac:picMk id="6" creationId="{FFC77683-722A-102A-FE59-84F7EEB7C27E}"/>
          </ac:picMkLst>
        </pc:picChg>
      </pc:sldChg>
      <pc:sldChg chg="addSp delSp modSp new mod">
        <pc:chgData name="Eric Vertina" userId="c8fa19b5686b7715" providerId="LiveId" clId="{4272ECAB-62BE-4E34-BA75-236D895D45D4}" dt="2025-06-17T13:55:49.622" v="4268" actId="20577"/>
        <pc:sldMkLst>
          <pc:docMk/>
          <pc:sldMk cId="1980046858" sldId="728"/>
        </pc:sldMkLst>
        <pc:spChg chg="mod">
          <ac:chgData name="Eric Vertina" userId="c8fa19b5686b7715" providerId="LiveId" clId="{4272ECAB-62BE-4E34-BA75-236D895D45D4}" dt="2025-06-17T13:55:49.622" v="4268" actId="20577"/>
          <ac:spMkLst>
            <pc:docMk/>
            <pc:sldMk cId="1980046858" sldId="728"/>
            <ac:spMk id="2" creationId="{3BC29E83-CFDA-FDDE-1D0D-58DA80F3E126}"/>
          </ac:spMkLst>
        </pc:spChg>
        <pc:picChg chg="add mod">
          <ac:chgData name="Eric Vertina" userId="c8fa19b5686b7715" providerId="LiveId" clId="{4272ECAB-62BE-4E34-BA75-236D895D45D4}" dt="2025-06-17T13:55:37.100" v="4244" actId="1076"/>
          <ac:picMkLst>
            <pc:docMk/>
            <pc:sldMk cId="1980046858" sldId="728"/>
            <ac:picMk id="9" creationId="{6C996C23-5A7A-9382-AD3B-0C4A98D6EAEE}"/>
          </ac:picMkLst>
        </pc:picChg>
      </pc:sldChg>
      <pc:sldChg chg="addSp delSp modSp new mod">
        <pc:chgData name="Eric Vertina" userId="c8fa19b5686b7715" providerId="LiveId" clId="{4272ECAB-62BE-4E34-BA75-236D895D45D4}" dt="2025-06-06T19:38:08.443" v="1132" actId="14100"/>
        <pc:sldMkLst>
          <pc:docMk/>
          <pc:sldMk cId="3575982396" sldId="729"/>
        </pc:sldMkLst>
        <pc:spChg chg="mod">
          <ac:chgData name="Eric Vertina" userId="c8fa19b5686b7715" providerId="LiveId" clId="{4272ECAB-62BE-4E34-BA75-236D895D45D4}" dt="2025-06-06T19:37:03.773" v="1109" actId="20577"/>
          <ac:spMkLst>
            <pc:docMk/>
            <pc:sldMk cId="3575982396" sldId="729"/>
            <ac:spMk id="2" creationId="{6F2F8881-59E6-3F10-A4FD-94F452EE7DC8}"/>
          </ac:spMkLst>
        </pc:spChg>
        <pc:picChg chg="add mod">
          <ac:chgData name="Eric Vertina" userId="c8fa19b5686b7715" providerId="LiveId" clId="{4272ECAB-62BE-4E34-BA75-236D895D45D4}" dt="2025-06-06T19:38:08.443" v="1132" actId="14100"/>
          <ac:picMkLst>
            <pc:docMk/>
            <pc:sldMk cId="3575982396" sldId="729"/>
            <ac:picMk id="16" creationId="{0779D272-1209-5491-23AB-39A052568421}"/>
          </ac:picMkLst>
        </pc:picChg>
      </pc:sldChg>
      <pc:sldChg chg="addSp delSp modSp new mod ord">
        <pc:chgData name="Eric Vertina" userId="c8fa19b5686b7715" providerId="LiveId" clId="{4272ECAB-62BE-4E34-BA75-236D895D45D4}" dt="2025-06-17T13:39:08.478" v="4042" actId="1076"/>
        <pc:sldMkLst>
          <pc:docMk/>
          <pc:sldMk cId="2539627114" sldId="730"/>
        </pc:sldMkLst>
        <pc:spChg chg="mod">
          <ac:chgData name="Eric Vertina" userId="c8fa19b5686b7715" providerId="LiveId" clId="{4272ECAB-62BE-4E34-BA75-236D895D45D4}" dt="2025-06-06T19:36:58.011" v="1095" actId="20577"/>
          <ac:spMkLst>
            <pc:docMk/>
            <pc:sldMk cId="2539627114" sldId="730"/>
            <ac:spMk id="2" creationId="{946AD1C9-D20C-7835-0A0C-5D3F7E25FDB7}"/>
          </ac:spMkLst>
        </pc:spChg>
        <pc:picChg chg="add mod modCrop">
          <ac:chgData name="Eric Vertina" userId="c8fa19b5686b7715" providerId="LiveId" clId="{4272ECAB-62BE-4E34-BA75-236D895D45D4}" dt="2025-06-17T13:39:08.478" v="4042" actId="1076"/>
          <ac:picMkLst>
            <pc:docMk/>
            <pc:sldMk cId="2539627114" sldId="730"/>
            <ac:picMk id="10" creationId="{79C37845-45DD-266A-424F-A41F73900CCD}"/>
          </ac:picMkLst>
        </pc:picChg>
      </pc:sldChg>
      <pc:sldChg chg="modSp new del mod ord">
        <pc:chgData name="Eric Vertina" userId="c8fa19b5686b7715" providerId="LiveId" clId="{4272ECAB-62BE-4E34-BA75-236D895D45D4}" dt="2025-06-17T13:34:57.919" v="3901" actId="47"/>
        <pc:sldMkLst>
          <pc:docMk/>
          <pc:sldMk cId="2056594950" sldId="731"/>
        </pc:sldMkLst>
      </pc:sldChg>
      <pc:sldChg chg="addSp delSp modSp new del mod ord">
        <pc:chgData name="Eric Vertina" userId="c8fa19b5686b7715" providerId="LiveId" clId="{4272ECAB-62BE-4E34-BA75-236D895D45D4}" dt="2025-06-17T12:30:26.970" v="3275" actId="47"/>
        <pc:sldMkLst>
          <pc:docMk/>
          <pc:sldMk cId="2959197117" sldId="732"/>
        </pc:sldMkLst>
      </pc:sldChg>
      <pc:sldChg chg="modSp new del mod">
        <pc:chgData name="Eric Vertina" userId="c8fa19b5686b7715" providerId="LiveId" clId="{4272ECAB-62BE-4E34-BA75-236D895D45D4}" dt="2025-06-17T09:42:20.839" v="1782" actId="47"/>
        <pc:sldMkLst>
          <pc:docMk/>
          <pc:sldMk cId="3641162488" sldId="733"/>
        </pc:sldMkLst>
      </pc:sldChg>
      <pc:sldChg chg="modSp new del mod">
        <pc:chgData name="Eric Vertina" userId="c8fa19b5686b7715" providerId="LiveId" clId="{4272ECAB-62BE-4E34-BA75-236D895D45D4}" dt="2025-06-06T13:48:42.649" v="601" actId="47"/>
        <pc:sldMkLst>
          <pc:docMk/>
          <pc:sldMk cId="2439861243" sldId="734"/>
        </pc:sldMkLst>
      </pc:sldChg>
      <pc:sldChg chg="modSp new del mod">
        <pc:chgData name="Eric Vertina" userId="c8fa19b5686b7715" providerId="LiveId" clId="{4272ECAB-62BE-4E34-BA75-236D895D45D4}" dt="2025-06-17T09:42:15.194" v="1780" actId="47"/>
        <pc:sldMkLst>
          <pc:docMk/>
          <pc:sldMk cId="1141945287" sldId="735"/>
        </pc:sldMkLst>
      </pc:sldChg>
      <pc:sldChg chg="new del">
        <pc:chgData name="Eric Vertina" userId="c8fa19b5686b7715" providerId="LiveId" clId="{4272ECAB-62BE-4E34-BA75-236D895D45D4}" dt="2025-06-17T14:49:05.078" v="4530" actId="47"/>
        <pc:sldMkLst>
          <pc:docMk/>
          <pc:sldMk cId="3501152996" sldId="736"/>
        </pc:sldMkLst>
      </pc:sldChg>
      <pc:sldChg chg="new del">
        <pc:chgData name="Eric Vertina" userId="c8fa19b5686b7715" providerId="LiveId" clId="{4272ECAB-62BE-4E34-BA75-236D895D45D4}" dt="2025-06-17T14:04:38.080" v="4444" actId="47"/>
        <pc:sldMkLst>
          <pc:docMk/>
          <pc:sldMk cId="689242449" sldId="737"/>
        </pc:sldMkLst>
      </pc:sldChg>
      <pc:sldChg chg="new del">
        <pc:chgData name="Eric Vertina" userId="c8fa19b5686b7715" providerId="LiveId" clId="{4272ECAB-62BE-4E34-BA75-236D895D45D4}" dt="2025-06-17T14:04:38.080" v="4444" actId="47"/>
        <pc:sldMkLst>
          <pc:docMk/>
          <pc:sldMk cId="2813968848" sldId="738"/>
        </pc:sldMkLst>
      </pc:sldChg>
      <pc:sldChg chg="new del">
        <pc:chgData name="Eric Vertina" userId="c8fa19b5686b7715" providerId="LiveId" clId="{4272ECAB-62BE-4E34-BA75-236D895D45D4}" dt="2025-06-17T14:04:38.080" v="4444" actId="47"/>
        <pc:sldMkLst>
          <pc:docMk/>
          <pc:sldMk cId="184920158" sldId="739"/>
        </pc:sldMkLst>
      </pc:sldChg>
      <pc:sldChg chg="new del">
        <pc:chgData name="Eric Vertina" userId="c8fa19b5686b7715" providerId="LiveId" clId="{4272ECAB-62BE-4E34-BA75-236D895D45D4}" dt="2025-06-17T14:49:06.044" v="4531" actId="47"/>
        <pc:sldMkLst>
          <pc:docMk/>
          <pc:sldMk cId="3691126230" sldId="740"/>
        </pc:sldMkLst>
      </pc:sldChg>
      <pc:sldChg chg="add ord">
        <pc:chgData name="Eric Vertina" userId="c8fa19b5686b7715" providerId="LiveId" clId="{4272ECAB-62BE-4E34-BA75-236D895D45D4}" dt="2025-06-06T13:38:36.793" v="221"/>
        <pc:sldMkLst>
          <pc:docMk/>
          <pc:sldMk cId="1066336727" sldId="741"/>
        </pc:sldMkLst>
      </pc:sldChg>
      <pc:sldChg chg="add ord">
        <pc:chgData name="Eric Vertina" userId="c8fa19b5686b7715" providerId="LiveId" clId="{4272ECAB-62BE-4E34-BA75-236D895D45D4}" dt="2025-06-06T13:38:37.727" v="223"/>
        <pc:sldMkLst>
          <pc:docMk/>
          <pc:sldMk cId="725486541" sldId="742"/>
        </pc:sldMkLst>
      </pc:sldChg>
      <pc:sldChg chg="addSp delSp modSp new mod">
        <pc:chgData name="Eric Vertina" userId="c8fa19b5686b7715" providerId="LiveId" clId="{4272ECAB-62BE-4E34-BA75-236D895D45D4}" dt="2025-06-17T13:37:53.945" v="4013" actId="20577"/>
        <pc:sldMkLst>
          <pc:docMk/>
          <pc:sldMk cId="2620591702" sldId="743"/>
        </pc:sldMkLst>
        <pc:spChg chg="mod">
          <ac:chgData name="Eric Vertina" userId="c8fa19b5686b7715" providerId="LiveId" clId="{4272ECAB-62BE-4E34-BA75-236D895D45D4}" dt="2025-06-17T13:37:53.945" v="4013" actId="20577"/>
          <ac:spMkLst>
            <pc:docMk/>
            <pc:sldMk cId="2620591702" sldId="743"/>
            <ac:spMk id="2" creationId="{A0E176CF-09F4-3F72-0E30-0CE355602B37}"/>
          </ac:spMkLst>
        </pc:spChg>
        <pc:picChg chg="add mod modCrop">
          <ac:chgData name="Eric Vertina" userId="c8fa19b5686b7715" providerId="LiveId" clId="{4272ECAB-62BE-4E34-BA75-236D895D45D4}" dt="2025-06-17T13:37:47.131" v="4006" actId="14100"/>
          <ac:picMkLst>
            <pc:docMk/>
            <pc:sldMk cId="2620591702" sldId="743"/>
            <ac:picMk id="8" creationId="{F55DB9BE-286A-7A08-95B9-74723827152D}"/>
          </ac:picMkLst>
        </pc:picChg>
      </pc:sldChg>
      <pc:sldChg chg="addSp modSp new mod">
        <pc:chgData name="Eric Vertina" userId="c8fa19b5686b7715" providerId="LiveId" clId="{4272ECAB-62BE-4E34-BA75-236D895D45D4}" dt="2025-06-17T13:38:21.340" v="4025" actId="20577"/>
        <pc:sldMkLst>
          <pc:docMk/>
          <pc:sldMk cId="3661473343" sldId="744"/>
        </pc:sldMkLst>
        <pc:spChg chg="mod">
          <ac:chgData name="Eric Vertina" userId="c8fa19b5686b7715" providerId="LiveId" clId="{4272ECAB-62BE-4E34-BA75-236D895D45D4}" dt="2025-06-17T13:38:21.340" v="4025" actId="20577"/>
          <ac:spMkLst>
            <pc:docMk/>
            <pc:sldMk cId="3661473343" sldId="744"/>
            <ac:spMk id="2" creationId="{C23778D8-7443-134F-AA8D-99547A651363}"/>
          </ac:spMkLst>
        </pc:spChg>
        <pc:picChg chg="add mod modCrop">
          <ac:chgData name="Eric Vertina" userId="c8fa19b5686b7715" providerId="LiveId" clId="{4272ECAB-62BE-4E34-BA75-236D895D45D4}" dt="2025-06-17T13:38:18.757" v="4019" actId="1076"/>
          <ac:picMkLst>
            <pc:docMk/>
            <pc:sldMk cId="3661473343" sldId="744"/>
            <ac:picMk id="12" creationId="{5BD471D4-9CFC-1752-2940-A0C7AB0DB6F2}"/>
          </ac:picMkLst>
        </pc:picChg>
      </pc:sldChg>
      <pc:sldChg chg="new del">
        <pc:chgData name="Eric Vertina" userId="c8fa19b5686b7715" providerId="LiveId" clId="{4272ECAB-62BE-4E34-BA75-236D895D45D4}" dt="2025-06-06T13:59:38.957" v="951" actId="47"/>
        <pc:sldMkLst>
          <pc:docMk/>
          <pc:sldMk cId="385482440" sldId="745"/>
        </pc:sldMkLst>
      </pc:sldChg>
      <pc:sldChg chg="modSp new del mod">
        <pc:chgData name="Eric Vertina" userId="c8fa19b5686b7715" providerId="LiveId" clId="{4272ECAB-62BE-4E34-BA75-236D895D45D4}" dt="2025-06-17T12:16:29.080" v="2977" actId="47"/>
        <pc:sldMkLst>
          <pc:docMk/>
          <pc:sldMk cId="2503932430" sldId="746"/>
        </pc:sldMkLst>
      </pc:sldChg>
      <pc:sldChg chg="new del">
        <pc:chgData name="Eric Vertina" userId="c8fa19b5686b7715" providerId="LiveId" clId="{4272ECAB-62BE-4E34-BA75-236D895D45D4}" dt="2025-06-06T13:59:39.515" v="952" actId="47"/>
        <pc:sldMkLst>
          <pc:docMk/>
          <pc:sldMk cId="2004882407" sldId="747"/>
        </pc:sldMkLst>
      </pc:sldChg>
      <pc:sldChg chg="modSp new del mod">
        <pc:chgData name="Eric Vertina" userId="c8fa19b5686b7715" providerId="LiveId" clId="{4272ECAB-62BE-4E34-BA75-236D895D45D4}" dt="2025-06-17T12:16:31.591" v="2978" actId="47"/>
        <pc:sldMkLst>
          <pc:docMk/>
          <pc:sldMk cId="3407371324" sldId="748"/>
        </pc:sldMkLst>
      </pc:sldChg>
      <pc:sldChg chg="addSp modSp new mod">
        <pc:chgData name="Eric Vertina" userId="c8fa19b5686b7715" providerId="LiveId" clId="{4272ECAB-62BE-4E34-BA75-236D895D45D4}" dt="2025-06-17T12:31:25.487" v="3326" actId="20577"/>
        <pc:sldMkLst>
          <pc:docMk/>
          <pc:sldMk cId="2779902645" sldId="749"/>
        </pc:sldMkLst>
        <pc:spChg chg="mod">
          <ac:chgData name="Eric Vertina" userId="c8fa19b5686b7715" providerId="LiveId" clId="{4272ECAB-62BE-4E34-BA75-236D895D45D4}" dt="2025-06-17T12:31:25.487" v="3326" actId="20577"/>
          <ac:spMkLst>
            <pc:docMk/>
            <pc:sldMk cId="2779902645" sldId="749"/>
            <ac:spMk id="2" creationId="{6905D02A-8FC6-029F-868D-24FAE232277A}"/>
          </ac:spMkLst>
        </pc:spChg>
        <pc:spChg chg="mod">
          <ac:chgData name="Eric Vertina" userId="c8fa19b5686b7715" providerId="LiveId" clId="{4272ECAB-62BE-4E34-BA75-236D895D45D4}" dt="2025-06-06T18:21:36.861" v="1087" actId="20577"/>
          <ac:spMkLst>
            <pc:docMk/>
            <pc:sldMk cId="2779902645" sldId="749"/>
            <ac:spMk id="3" creationId="{F28A0583-2306-4CDF-B3DD-AD0EF0D45E84}"/>
          </ac:spMkLst>
        </pc:spChg>
        <pc:picChg chg="add">
          <ac:chgData name="Eric Vertina" userId="c8fa19b5686b7715" providerId="LiveId" clId="{4272ECAB-62BE-4E34-BA75-236D895D45D4}" dt="2025-06-17T12:31:02.700" v="3276" actId="22"/>
          <ac:picMkLst>
            <pc:docMk/>
            <pc:sldMk cId="2779902645" sldId="749"/>
            <ac:picMk id="6" creationId="{F0250EF3-FE03-60B3-0AEF-5683B070C2E8}"/>
          </ac:picMkLst>
        </pc:picChg>
      </pc:sldChg>
      <pc:sldChg chg="modSp new del mod">
        <pc:chgData name="Eric Vertina" userId="c8fa19b5686b7715" providerId="LiveId" clId="{4272ECAB-62BE-4E34-BA75-236D895D45D4}" dt="2025-06-17T09:42:16.860" v="1781" actId="47"/>
        <pc:sldMkLst>
          <pc:docMk/>
          <pc:sldMk cId="1544598218" sldId="750"/>
        </pc:sldMkLst>
      </pc:sldChg>
      <pc:sldChg chg="addSp modSp new mod">
        <pc:chgData name="Eric Vertina" userId="c8fa19b5686b7715" providerId="LiveId" clId="{4272ECAB-62BE-4E34-BA75-236D895D45D4}" dt="2025-06-17T12:29:37.889" v="3242" actId="20577"/>
        <pc:sldMkLst>
          <pc:docMk/>
          <pc:sldMk cId="2068733348" sldId="751"/>
        </pc:sldMkLst>
        <pc:spChg chg="mod">
          <ac:chgData name="Eric Vertina" userId="c8fa19b5686b7715" providerId="LiveId" clId="{4272ECAB-62BE-4E34-BA75-236D895D45D4}" dt="2025-06-17T12:29:37.889" v="3242" actId="20577"/>
          <ac:spMkLst>
            <pc:docMk/>
            <pc:sldMk cId="2068733348" sldId="751"/>
            <ac:spMk id="2" creationId="{0D3990D9-13A0-2166-029A-68624E663604}"/>
          </ac:spMkLst>
        </pc:spChg>
        <pc:picChg chg="add">
          <ac:chgData name="Eric Vertina" userId="c8fa19b5686b7715" providerId="LiveId" clId="{4272ECAB-62BE-4E34-BA75-236D895D45D4}" dt="2025-06-17T12:29:32.726" v="3223" actId="22"/>
          <ac:picMkLst>
            <pc:docMk/>
            <pc:sldMk cId="2068733348" sldId="751"/>
            <ac:picMk id="6" creationId="{258D757D-63F9-600D-56A0-E98A7735394D}"/>
          </ac:picMkLst>
        </pc:picChg>
      </pc:sldChg>
      <pc:sldChg chg="new del">
        <pc:chgData name="Eric Vertina" userId="c8fa19b5686b7715" providerId="LiveId" clId="{4272ECAB-62BE-4E34-BA75-236D895D45D4}" dt="2025-06-17T13:34:56.625" v="3900" actId="47"/>
        <pc:sldMkLst>
          <pc:docMk/>
          <pc:sldMk cId="963370411" sldId="752"/>
        </pc:sldMkLst>
      </pc:sldChg>
      <pc:sldChg chg="modSp new mod">
        <pc:chgData name="Eric Vertina" userId="c8fa19b5686b7715" providerId="LiveId" clId="{4272ECAB-62BE-4E34-BA75-236D895D45D4}" dt="2025-06-17T14:50:24.172" v="4544" actId="20577"/>
        <pc:sldMkLst>
          <pc:docMk/>
          <pc:sldMk cId="3588664955" sldId="753"/>
        </pc:sldMkLst>
        <pc:spChg chg="mod">
          <ac:chgData name="Eric Vertina" userId="c8fa19b5686b7715" providerId="LiveId" clId="{4272ECAB-62BE-4E34-BA75-236D895D45D4}" dt="2025-06-17T09:36:37.921" v="1704" actId="20577"/>
          <ac:spMkLst>
            <pc:docMk/>
            <pc:sldMk cId="3588664955" sldId="753"/>
            <ac:spMk id="2" creationId="{6E7088D6-53CA-A2A5-2DED-76E5092678F6}"/>
          </ac:spMkLst>
        </pc:spChg>
        <pc:spChg chg="mod">
          <ac:chgData name="Eric Vertina" userId="c8fa19b5686b7715" providerId="LiveId" clId="{4272ECAB-62BE-4E34-BA75-236D895D45D4}" dt="2025-06-17T14:50:24.172" v="4544" actId="20577"/>
          <ac:spMkLst>
            <pc:docMk/>
            <pc:sldMk cId="3588664955" sldId="753"/>
            <ac:spMk id="3" creationId="{8C4A8805-9899-839A-2FBC-EABD137E5626}"/>
          </ac:spMkLst>
        </pc:spChg>
      </pc:sldChg>
      <pc:sldChg chg="modSp new mod">
        <pc:chgData name="Eric Vertina" userId="c8fa19b5686b7715" providerId="LiveId" clId="{4272ECAB-62BE-4E34-BA75-236D895D45D4}" dt="2025-06-17T14:50:52.471" v="4557" actId="20577"/>
        <pc:sldMkLst>
          <pc:docMk/>
          <pc:sldMk cId="1766931796" sldId="754"/>
        </pc:sldMkLst>
        <pc:spChg chg="mod">
          <ac:chgData name="Eric Vertina" userId="c8fa19b5686b7715" providerId="LiveId" clId="{4272ECAB-62BE-4E34-BA75-236D895D45D4}" dt="2025-06-17T09:35:27.929" v="1693" actId="20577"/>
          <ac:spMkLst>
            <pc:docMk/>
            <pc:sldMk cId="1766931796" sldId="754"/>
            <ac:spMk id="2" creationId="{661AAF7D-605B-59AA-9955-A43B0F80DF45}"/>
          </ac:spMkLst>
        </pc:spChg>
        <pc:spChg chg="mod">
          <ac:chgData name="Eric Vertina" userId="c8fa19b5686b7715" providerId="LiveId" clId="{4272ECAB-62BE-4E34-BA75-236D895D45D4}" dt="2025-06-17T14:50:52.471" v="4557" actId="20577"/>
          <ac:spMkLst>
            <pc:docMk/>
            <pc:sldMk cId="1766931796" sldId="754"/>
            <ac:spMk id="3" creationId="{C5C1EADA-B6DC-A9A7-44BC-4B6E3C6D4CA6}"/>
          </ac:spMkLst>
        </pc:spChg>
      </pc:sldChg>
      <pc:sldChg chg="addSp modSp add mod">
        <pc:chgData name="Eric Vertina" userId="c8fa19b5686b7715" providerId="LiveId" clId="{4272ECAB-62BE-4E34-BA75-236D895D45D4}" dt="2025-06-17T09:16:30.384" v="1433" actId="20577"/>
        <pc:sldMkLst>
          <pc:docMk/>
          <pc:sldMk cId="3984797316" sldId="755"/>
        </pc:sldMkLst>
        <pc:spChg chg="add mod">
          <ac:chgData name="Eric Vertina" userId="c8fa19b5686b7715" providerId="LiveId" clId="{4272ECAB-62BE-4E34-BA75-236D895D45D4}" dt="2025-06-17T09:16:30.384" v="1433" actId="20577"/>
          <ac:spMkLst>
            <pc:docMk/>
            <pc:sldMk cId="3984797316" sldId="755"/>
            <ac:spMk id="3" creationId="{45630447-CFFA-7AAD-C29C-33D57CAF5603}"/>
          </ac:spMkLst>
        </pc:spChg>
        <pc:graphicFrameChg chg="mod modGraphic">
          <ac:chgData name="Eric Vertina" userId="c8fa19b5686b7715" providerId="LiveId" clId="{4272ECAB-62BE-4E34-BA75-236D895D45D4}" dt="2025-06-17T09:15:55.986" v="1425" actId="113"/>
          <ac:graphicFrameMkLst>
            <pc:docMk/>
            <pc:sldMk cId="3984797316" sldId="755"/>
            <ac:graphicFrameMk id="6" creationId="{95E5C57D-AC69-12E2-B776-66D530865454}"/>
          </ac:graphicFrameMkLst>
        </pc:graphicFrameChg>
      </pc:sldChg>
      <pc:sldChg chg="add del">
        <pc:chgData name="Eric Vertina" userId="c8fa19b5686b7715" providerId="LiveId" clId="{4272ECAB-62BE-4E34-BA75-236D895D45D4}" dt="2025-06-17T09:17:20.726" v="1435" actId="47"/>
        <pc:sldMkLst>
          <pc:docMk/>
          <pc:sldMk cId="94626835" sldId="756"/>
        </pc:sldMkLst>
      </pc:sldChg>
      <pc:sldChg chg="delSp modSp add mod">
        <pc:chgData name="Eric Vertina" userId="c8fa19b5686b7715" providerId="LiveId" clId="{4272ECAB-62BE-4E34-BA75-236D895D45D4}" dt="2025-06-17T09:25:31.103" v="1534" actId="478"/>
        <pc:sldMkLst>
          <pc:docMk/>
          <pc:sldMk cId="386822878" sldId="756"/>
        </pc:sldMkLst>
        <pc:spChg chg="mod">
          <ac:chgData name="Eric Vertina" userId="c8fa19b5686b7715" providerId="LiveId" clId="{4272ECAB-62BE-4E34-BA75-236D895D45D4}" dt="2025-06-17T09:24:25.199" v="1529" actId="20577"/>
          <ac:spMkLst>
            <pc:docMk/>
            <pc:sldMk cId="386822878" sldId="756"/>
            <ac:spMk id="3" creationId="{669D71DF-FDC4-5223-6F73-E2D23C4528A7}"/>
          </ac:spMkLst>
        </pc:spChg>
      </pc:sldChg>
      <pc:sldChg chg="modSp add mod">
        <pc:chgData name="Eric Vertina" userId="c8fa19b5686b7715" providerId="LiveId" clId="{4272ECAB-62BE-4E34-BA75-236D895D45D4}" dt="2025-06-17T09:24:30.088" v="1531" actId="27636"/>
        <pc:sldMkLst>
          <pc:docMk/>
          <pc:sldMk cId="1286622364" sldId="757"/>
        </pc:sldMkLst>
        <pc:spChg chg="mod">
          <ac:chgData name="Eric Vertina" userId="c8fa19b5686b7715" providerId="LiveId" clId="{4272ECAB-62BE-4E34-BA75-236D895D45D4}" dt="2025-06-17T09:24:30.088" v="1531" actId="27636"/>
          <ac:spMkLst>
            <pc:docMk/>
            <pc:sldMk cId="1286622364" sldId="757"/>
            <ac:spMk id="3" creationId="{D1637FA4-DDB6-E51F-917A-91807E532A1B}"/>
          </ac:spMkLst>
        </pc:spChg>
      </pc:sldChg>
      <pc:sldChg chg="modSp add mod modNotesTx">
        <pc:chgData name="Eric Vertina" userId="c8fa19b5686b7715" providerId="LiveId" clId="{4272ECAB-62BE-4E34-BA75-236D895D45D4}" dt="2025-06-17T09:26:59.490" v="1569" actId="20577"/>
        <pc:sldMkLst>
          <pc:docMk/>
          <pc:sldMk cId="2274632436" sldId="758"/>
        </pc:sldMkLst>
        <pc:spChg chg="mod">
          <ac:chgData name="Eric Vertina" userId="c8fa19b5686b7715" providerId="LiveId" clId="{4272ECAB-62BE-4E34-BA75-236D895D45D4}" dt="2025-06-17T09:25:06.834" v="1533" actId="27636"/>
          <ac:spMkLst>
            <pc:docMk/>
            <pc:sldMk cId="2274632436" sldId="758"/>
            <ac:spMk id="3" creationId="{69D49013-A335-B684-57AE-FCCD452C90E6}"/>
          </ac:spMkLst>
        </pc:spChg>
        <pc:spChg chg="mod">
          <ac:chgData name="Eric Vertina" userId="c8fa19b5686b7715" providerId="LiveId" clId="{4272ECAB-62BE-4E34-BA75-236D895D45D4}" dt="2025-06-17T09:26:53.280" v="1565" actId="1076"/>
          <ac:spMkLst>
            <pc:docMk/>
            <pc:sldMk cId="2274632436" sldId="758"/>
            <ac:spMk id="5" creationId="{C3222DE4-3206-BC8C-1950-E5F479F42FDF}"/>
          </ac:spMkLst>
        </pc:spChg>
      </pc:sldChg>
      <pc:sldChg chg="addSp delSp modSp new mod">
        <pc:chgData name="Eric Vertina" userId="c8fa19b5686b7715" providerId="LiveId" clId="{4272ECAB-62BE-4E34-BA75-236D895D45D4}" dt="2025-06-17T09:39:57.808" v="1735"/>
        <pc:sldMkLst>
          <pc:docMk/>
          <pc:sldMk cId="3924685547" sldId="759"/>
        </pc:sldMkLst>
        <pc:spChg chg="mod">
          <ac:chgData name="Eric Vertina" userId="c8fa19b5686b7715" providerId="LiveId" clId="{4272ECAB-62BE-4E34-BA75-236D895D45D4}" dt="2025-06-17T09:36:27.225" v="1700" actId="14100"/>
          <ac:spMkLst>
            <pc:docMk/>
            <pc:sldMk cId="3924685547" sldId="759"/>
            <ac:spMk id="2" creationId="{4E810CD9-AC91-3B60-DAE1-0E4A7E155805}"/>
          </ac:spMkLst>
        </pc:spChg>
        <pc:spChg chg="mod">
          <ac:chgData name="Eric Vertina" userId="c8fa19b5686b7715" providerId="LiveId" clId="{4272ECAB-62BE-4E34-BA75-236D895D45D4}" dt="2025-06-17T09:39:57.808" v="1735"/>
          <ac:spMkLst>
            <pc:docMk/>
            <pc:sldMk cId="3924685547" sldId="759"/>
            <ac:spMk id="3" creationId="{092F7B9F-8689-F2E0-20A4-7FCA8440E289}"/>
          </ac:spMkLst>
        </pc:spChg>
      </pc:sldChg>
      <pc:sldChg chg="modSp new mod">
        <pc:chgData name="Eric Vertina" userId="c8fa19b5686b7715" providerId="LiveId" clId="{4272ECAB-62BE-4E34-BA75-236D895D45D4}" dt="2025-06-17T14:53:21.136" v="4576" actId="20577"/>
        <pc:sldMkLst>
          <pc:docMk/>
          <pc:sldMk cId="2810315392" sldId="760"/>
        </pc:sldMkLst>
        <pc:spChg chg="mod">
          <ac:chgData name="Eric Vertina" userId="c8fa19b5686b7715" providerId="LiveId" clId="{4272ECAB-62BE-4E34-BA75-236D895D45D4}" dt="2025-06-17T09:46:01.392" v="1938" actId="20577"/>
          <ac:spMkLst>
            <pc:docMk/>
            <pc:sldMk cId="2810315392" sldId="760"/>
            <ac:spMk id="2" creationId="{B870B0E5-F49A-D21A-8DFA-F67E371FEF71}"/>
          </ac:spMkLst>
        </pc:spChg>
        <pc:spChg chg="mod">
          <ac:chgData name="Eric Vertina" userId="c8fa19b5686b7715" providerId="LiveId" clId="{4272ECAB-62BE-4E34-BA75-236D895D45D4}" dt="2025-06-17T14:53:21.136" v="4576" actId="20577"/>
          <ac:spMkLst>
            <pc:docMk/>
            <pc:sldMk cId="2810315392" sldId="760"/>
            <ac:spMk id="3" creationId="{9C5787E2-1DFF-E90D-9E40-033D0C90212B}"/>
          </ac:spMkLst>
        </pc:spChg>
      </pc:sldChg>
      <pc:sldChg chg="modSp new mod">
        <pc:chgData name="Eric Vertina" userId="c8fa19b5686b7715" providerId="LiveId" clId="{4272ECAB-62BE-4E34-BA75-236D895D45D4}" dt="2025-06-17T14:53:47.778" v="4584" actId="20577"/>
        <pc:sldMkLst>
          <pc:docMk/>
          <pc:sldMk cId="2597667503" sldId="761"/>
        </pc:sldMkLst>
        <pc:spChg chg="mod">
          <ac:chgData name="Eric Vertina" userId="c8fa19b5686b7715" providerId="LiveId" clId="{4272ECAB-62BE-4E34-BA75-236D895D45D4}" dt="2025-06-17T09:37:45.794" v="1728" actId="20577"/>
          <ac:spMkLst>
            <pc:docMk/>
            <pc:sldMk cId="2597667503" sldId="761"/>
            <ac:spMk id="2" creationId="{C578D83E-91BC-1AE3-20FE-92B4049A8A2A}"/>
          </ac:spMkLst>
        </pc:spChg>
        <pc:spChg chg="mod">
          <ac:chgData name="Eric Vertina" userId="c8fa19b5686b7715" providerId="LiveId" clId="{4272ECAB-62BE-4E34-BA75-236D895D45D4}" dt="2025-06-17T14:53:47.778" v="4584" actId="20577"/>
          <ac:spMkLst>
            <pc:docMk/>
            <pc:sldMk cId="2597667503" sldId="761"/>
            <ac:spMk id="3" creationId="{403D003D-12F0-13CB-A771-A30C4558901C}"/>
          </ac:spMkLst>
        </pc:spChg>
      </pc:sldChg>
      <pc:sldChg chg="modSp new del mod">
        <pc:chgData name="Eric Vertina" userId="c8fa19b5686b7715" providerId="LiveId" clId="{4272ECAB-62BE-4E34-BA75-236D895D45D4}" dt="2025-06-17T09:55:54.289" v="2194" actId="47"/>
        <pc:sldMkLst>
          <pc:docMk/>
          <pc:sldMk cId="4271276708" sldId="762"/>
        </pc:sldMkLst>
      </pc:sldChg>
      <pc:sldChg chg="modSp new mod ord">
        <pc:chgData name="Eric Vertina" userId="c8fa19b5686b7715" providerId="LiveId" clId="{4272ECAB-62BE-4E34-BA75-236D895D45D4}" dt="2025-06-17T09:48:23.572" v="2029" actId="313"/>
        <pc:sldMkLst>
          <pc:docMk/>
          <pc:sldMk cId="3790018321" sldId="763"/>
        </pc:sldMkLst>
        <pc:spChg chg="mod">
          <ac:chgData name="Eric Vertina" userId="c8fa19b5686b7715" providerId="LiveId" clId="{4272ECAB-62BE-4E34-BA75-236D895D45D4}" dt="2025-06-17T09:43:07.385" v="1842" actId="20577"/>
          <ac:spMkLst>
            <pc:docMk/>
            <pc:sldMk cId="3790018321" sldId="763"/>
            <ac:spMk id="2" creationId="{EC851F0A-ED71-DEED-79F1-389AAEE64D79}"/>
          </ac:spMkLst>
        </pc:spChg>
        <pc:spChg chg="mod">
          <ac:chgData name="Eric Vertina" userId="c8fa19b5686b7715" providerId="LiveId" clId="{4272ECAB-62BE-4E34-BA75-236D895D45D4}" dt="2025-06-17T09:48:23.572" v="2029" actId="313"/>
          <ac:spMkLst>
            <pc:docMk/>
            <pc:sldMk cId="3790018321" sldId="763"/>
            <ac:spMk id="3" creationId="{673EA999-2BD9-0C1F-A4C7-29F58E118756}"/>
          </ac:spMkLst>
        </pc:spChg>
      </pc:sldChg>
      <pc:sldChg chg="new del">
        <pc:chgData name="Eric Vertina" userId="c8fa19b5686b7715" providerId="LiveId" clId="{4272ECAB-62BE-4E34-BA75-236D895D45D4}" dt="2025-06-17T12:15:05.591" v="2943" actId="47"/>
        <pc:sldMkLst>
          <pc:docMk/>
          <pc:sldMk cId="3954552378" sldId="764"/>
        </pc:sldMkLst>
      </pc:sldChg>
      <pc:sldChg chg="new del">
        <pc:chgData name="Eric Vertina" userId="c8fa19b5686b7715" providerId="LiveId" clId="{4272ECAB-62BE-4E34-BA75-236D895D45D4}" dt="2025-06-17T13:29:07.205" v="3536" actId="47"/>
        <pc:sldMkLst>
          <pc:docMk/>
          <pc:sldMk cId="647548382" sldId="765"/>
        </pc:sldMkLst>
      </pc:sldChg>
      <pc:sldChg chg="new del">
        <pc:chgData name="Eric Vertina" userId="c8fa19b5686b7715" providerId="LiveId" clId="{4272ECAB-62BE-4E34-BA75-236D895D45D4}" dt="2025-06-17T14:48:54.543" v="4528" actId="47"/>
        <pc:sldMkLst>
          <pc:docMk/>
          <pc:sldMk cId="3437274662" sldId="766"/>
        </pc:sldMkLst>
      </pc:sldChg>
      <pc:sldChg chg="modSp new del mod ord">
        <pc:chgData name="Eric Vertina" userId="c8fa19b5686b7715" providerId="LiveId" clId="{4272ECAB-62BE-4E34-BA75-236D895D45D4}" dt="2025-06-17T09:55:33.439" v="2192" actId="47"/>
        <pc:sldMkLst>
          <pc:docMk/>
          <pc:sldMk cId="3807213478" sldId="767"/>
        </pc:sldMkLst>
      </pc:sldChg>
      <pc:sldChg chg="addSp delSp modSp add mod">
        <pc:chgData name="Eric Vertina" userId="c8fa19b5686b7715" providerId="LiveId" clId="{4272ECAB-62BE-4E34-BA75-236D895D45D4}" dt="2025-06-17T09:55:24.637" v="2191" actId="20577"/>
        <pc:sldMkLst>
          <pc:docMk/>
          <pc:sldMk cId="565546765" sldId="768"/>
        </pc:sldMkLst>
        <pc:spChg chg="mod">
          <ac:chgData name="Eric Vertina" userId="c8fa19b5686b7715" providerId="LiveId" clId="{4272ECAB-62BE-4E34-BA75-236D895D45D4}" dt="2025-06-17T09:55:08.345" v="2168" actId="20577"/>
          <ac:spMkLst>
            <pc:docMk/>
            <pc:sldMk cId="565546765" sldId="768"/>
            <ac:spMk id="4" creationId="{070F4589-ADC0-E00C-EDF9-DFBBEF533EBB}"/>
          </ac:spMkLst>
        </pc:spChg>
        <pc:spChg chg="add del mod">
          <ac:chgData name="Eric Vertina" userId="c8fa19b5686b7715" providerId="LiveId" clId="{4272ECAB-62BE-4E34-BA75-236D895D45D4}" dt="2025-06-17T09:55:24.637" v="2191" actId="20577"/>
          <ac:spMkLst>
            <pc:docMk/>
            <pc:sldMk cId="565546765" sldId="768"/>
            <ac:spMk id="7" creationId="{4EFCAA94-52A4-505E-79DD-53A272CB8F47}"/>
          </ac:spMkLst>
        </pc:spChg>
      </pc:sldChg>
      <pc:sldChg chg="addSp delSp modSp add mod">
        <pc:chgData name="Eric Vertina" userId="c8fa19b5686b7715" providerId="LiveId" clId="{4272ECAB-62BE-4E34-BA75-236D895D45D4}" dt="2025-06-17T09:56:13.211" v="2215" actId="478"/>
        <pc:sldMkLst>
          <pc:docMk/>
          <pc:sldMk cId="2111627516" sldId="769"/>
        </pc:sldMkLst>
        <pc:spChg chg="mod">
          <ac:chgData name="Eric Vertina" userId="c8fa19b5686b7715" providerId="LiveId" clId="{4272ECAB-62BE-4E34-BA75-236D895D45D4}" dt="2025-06-17T09:56:11.101" v="2214" actId="14100"/>
          <ac:spMkLst>
            <pc:docMk/>
            <pc:sldMk cId="2111627516" sldId="769"/>
            <ac:spMk id="4" creationId="{3126767B-3C77-1B41-5522-81D47D33946F}"/>
          </ac:spMkLst>
        </pc:spChg>
      </pc:sldChg>
      <pc:sldChg chg="modSp add del mod ord">
        <pc:chgData name="Eric Vertina" userId="c8fa19b5686b7715" providerId="LiveId" clId="{4272ECAB-62BE-4E34-BA75-236D895D45D4}" dt="2025-06-17T09:59:51.484" v="2245" actId="47"/>
        <pc:sldMkLst>
          <pc:docMk/>
          <pc:sldMk cId="3947001309" sldId="770"/>
        </pc:sldMkLst>
      </pc:sldChg>
      <pc:sldChg chg="modSp new mod">
        <pc:chgData name="Eric Vertina" userId="c8fa19b5686b7715" providerId="LiveId" clId="{4272ECAB-62BE-4E34-BA75-236D895D45D4}" dt="2025-06-27T20:04:40.719" v="4731" actId="113"/>
        <pc:sldMkLst>
          <pc:docMk/>
          <pc:sldMk cId="1649960347" sldId="771"/>
        </pc:sldMkLst>
        <pc:spChg chg="mod">
          <ac:chgData name="Eric Vertina" userId="c8fa19b5686b7715" providerId="LiveId" clId="{4272ECAB-62BE-4E34-BA75-236D895D45D4}" dt="2025-06-17T10:08:25.546" v="2569" actId="20577"/>
          <ac:spMkLst>
            <pc:docMk/>
            <pc:sldMk cId="1649960347" sldId="771"/>
            <ac:spMk id="2" creationId="{AA16FEC8-F0F0-B6D0-3B16-561CA89C87BA}"/>
          </ac:spMkLst>
        </pc:spChg>
        <pc:spChg chg="mod">
          <ac:chgData name="Eric Vertina" userId="c8fa19b5686b7715" providerId="LiveId" clId="{4272ECAB-62BE-4E34-BA75-236D895D45D4}" dt="2025-06-27T20:04:40.719" v="4731" actId="113"/>
          <ac:spMkLst>
            <pc:docMk/>
            <pc:sldMk cId="1649960347" sldId="771"/>
            <ac:spMk id="3" creationId="{49D7C337-CDB3-1EE6-E548-353017403BD6}"/>
          </ac:spMkLst>
        </pc:spChg>
      </pc:sldChg>
      <pc:sldChg chg="modSp new mod">
        <pc:chgData name="Eric Vertina" userId="c8fa19b5686b7715" providerId="LiveId" clId="{4272ECAB-62BE-4E34-BA75-236D895D45D4}" dt="2025-06-17T10:08:09.859" v="2556" actId="20577"/>
        <pc:sldMkLst>
          <pc:docMk/>
          <pc:sldMk cId="2400470907" sldId="772"/>
        </pc:sldMkLst>
        <pc:spChg chg="mod">
          <ac:chgData name="Eric Vertina" userId="c8fa19b5686b7715" providerId="LiveId" clId="{4272ECAB-62BE-4E34-BA75-236D895D45D4}" dt="2025-06-17T10:07:35.836" v="2436" actId="20577"/>
          <ac:spMkLst>
            <pc:docMk/>
            <pc:sldMk cId="2400470907" sldId="772"/>
            <ac:spMk id="2" creationId="{6CF33487-9E89-FAB8-035C-A48EB39D0ECC}"/>
          </ac:spMkLst>
        </pc:spChg>
        <pc:spChg chg="mod">
          <ac:chgData name="Eric Vertina" userId="c8fa19b5686b7715" providerId="LiveId" clId="{4272ECAB-62BE-4E34-BA75-236D895D45D4}" dt="2025-06-17T10:08:09.859" v="2556" actId="20577"/>
          <ac:spMkLst>
            <pc:docMk/>
            <pc:sldMk cId="2400470907" sldId="772"/>
            <ac:spMk id="3" creationId="{4EC78DBA-34C0-8CFC-285E-5984C72A8FA7}"/>
          </ac:spMkLst>
        </pc:spChg>
      </pc:sldChg>
      <pc:sldChg chg="modSp new mod">
        <pc:chgData name="Eric Vertina" userId="c8fa19b5686b7715" providerId="LiveId" clId="{4272ECAB-62BE-4E34-BA75-236D895D45D4}" dt="2025-06-17T10:12:42.781" v="2941" actId="20577"/>
        <pc:sldMkLst>
          <pc:docMk/>
          <pc:sldMk cId="3797631664" sldId="773"/>
        </pc:sldMkLst>
        <pc:spChg chg="mod">
          <ac:chgData name="Eric Vertina" userId="c8fa19b5686b7715" providerId="LiveId" clId="{4272ECAB-62BE-4E34-BA75-236D895D45D4}" dt="2025-06-17T10:12:42.781" v="2941" actId="20577"/>
          <ac:spMkLst>
            <pc:docMk/>
            <pc:sldMk cId="3797631664" sldId="773"/>
            <ac:spMk id="2" creationId="{376FA656-61E8-EF61-9964-83BC24281526}"/>
          </ac:spMkLst>
        </pc:spChg>
        <pc:spChg chg="mod">
          <ac:chgData name="Eric Vertina" userId="c8fa19b5686b7715" providerId="LiveId" clId="{4272ECAB-62BE-4E34-BA75-236D895D45D4}" dt="2025-06-17T10:11:53.284" v="2889" actId="27636"/>
          <ac:spMkLst>
            <pc:docMk/>
            <pc:sldMk cId="3797631664" sldId="773"/>
            <ac:spMk id="3" creationId="{E6C1864D-EE82-551D-9D16-93C4E5DA8DE3}"/>
          </ac:spMkLst>
        </pc:spChg>
      </pc:sldChg>
      <pc:sldChg chg="modSp new mod">
        <pc:chgData name="Eric Vertina" userId="c8fa19b5686b7715" providerId="LiveId" clId="{4272ECAB-62BE-4E34-BA75-236D895D45D4}" dt="2025-06-17T10:12:36.607" v="2931" actId="20577"/>
        <pc:sldMkLst>
          <pc:docMk/>
          <pc:sldMk cId="1399258357" sldId="774"/>
        </pc:sldMkLst>
        <pc:spChg chg="mod">
          <ac:chgData name="Eric Vertina" userId="c8fa19b5686b7715" providerId="LiveId" clId="{4272ECAB-62BE-4E34-BA75-236D895D45D4}" dt="2025-06-17T10:12:36.607" v="2931" actId="20577"/>
          <ac:spMkLst>
            <pc:docMk/>
            <pc:sldMk cId="1399258357" sldId="774"/>
            <ac:spMk id="2" creationId="{E222EE59-3EEA-B7D3-17E0-E0E2B5BE7EE0}"/>
          </ac:spMkLst>
        </pc:spChg>
        <pc:spChg chg="mod">
          <ac:chgData name="Eric Vertina" userId="c8fa19b5686b7715" providerId="LiveId" clId="{4272ECAB-62BE-4E34-BA75-236D895D45D4}" dt="2025-06-17T10:12:23.889" v="2921" actId="20577"/>
          <ac:spMkLst>
            <pc:docMk/>
            <pc:sldMk cId="1399258357" sldId="774"/>
            <ac:spMk id="3" creationId="{2B772C0D-5E34-6870-2385-043F4E4F41AC}"/>
          </ac:spMkLst>
        </pc:spChg>
      </pc:sldChg>
      <pc:sldChg chg="new">
        <pc:chgData name="Eric Vertina" userId="c8fa19b5686b7715" providerId="LiveId" clId="{4272ECAB-62BE-4E34-BA75-236D895D45D4}" dt="2025-06-17T10:11:34.291" v="2874" actId="680"/>
        <pc:sldMkLst>
          <pc:docMk/>
          <pc:sldMk cId="1062509933" sldId="775"/>
        </pc:sldMkLst>
      </pc:sldChg>
      <pc:sldChg chg="add">
        <pc:chgData name="Eric Vertina" userId="c8fa19b5686b7715" providerId="LiveId" clId="{4272ECAB-62BE-4E34-BA75-236D895D45D4}" dt="2025-06-17T12:15:00.823" v="2942"/>
        <pc:sldMkLst>
          <pc:docMk/>
          <pc:sldMk cId="2022807244" sldId="776"/>
        </pc:sldMkLst>
      </pc:sldChg>
      <pc:sldChg chg="add">
        <pc:chgData name="Eric Vertina" userId="c8fa19b5686b7715" providerId="LiveId" clId="{4272ECAB-62BE-4E34-BA75-236D895D45D4}" dt="2025-06-17T12:15:00.823" v="2942"/>
        <pc:sldMkLst>
          <pc:docMk/>
          <pc:sldMk cId="2343278972" sldId="777"/>
        </pc:sldMkLst>
      </pc:sldChg>
      <pc:sldChg chg="add">
        <pc:chgData name="Eric Vertina" userId="c8fa19b5686b7715" providerId="LiveId" clId="{4272ECAB-62BE-4E34-BA75-236D895D45D4}" dt="2025-06-17T12:15:00.823" v="2942"/>
        <pc:sldMkLst>
          <pc:docMk/>
          <pc:sldMk cId="1098965953" sldId="778"/>
        </pc:sldMkLst>
      </pc:sldChg>
      <pc:sldChg chg="add">
        <pc:chgData name="Eric Vertina" userId="c8fa19b5686b7715" providerId="LiveId" clId="{4272ECAB-62BE-4E34-BA75-236D895D45D4}" dt="2025-06-17T12:15:00.823" v="2942"/>
        <pc:sldMkLst>
          <pc:docMk/>
          <pc:sldMk cId="1482831985" sldId="779"/>
        </pc:sldMkLst>
      </pc:sldChg>
      <pc:sldChg chg="add">
        <pc:chgData name="Eric Vertina" userId="c8fa19b5686b7715" providerId="LiveId" clId="{4272ECAB-62BE-4E34-BA75-236D895D45D4}" dt="2025-06-17T12:15:30.318" v="2966"/>
        <pc:sldMkLst>
          <pc:docMk/>
          <pc:sldMk cId="29516483" sldId="780"/>
        </pc:sldMkLst>
      </pc:sldChg>
      <pc:sldChg chg="add del">
        <pc:chgData name="Eric Vertina" userId="c8fa19b5686b7715" providerId="LiveId" clId="{4272ECAB-62BE-4E34-BA75-236D895D45D4}" dt="2025-06-17T12:15:24.838" v="2965" actId="2696"/>
        <pc:sldMkLst>
          <pc:docMk/>
          <pc:sldMk cId="605818973" sldId="780"/>
        </pc:sldMkLst>
      </pc:sldChg>
      <pc:sldChg chg="new del">
        <pc:chgData name="Eric Vertina" userId="c8fa19b5686b7715" providerId="LiveId" clId="{4272ECAB-62BE-4E34-BA75-236D895D45D4}" dt="2025-06-17T14:04:58.529" v="4447" actId="47"/>
        <pc:sldMkLst>
          <pc:docMk/>
          <pc:sldMk cId="2601625888" sldId="781"/>
        </pc:sldMkLst>
      </pc:sldChg>
      <pc:sldChg chg="new del">
        <pc:chgData name="Eric Vertina" userId="c8fa19b5686b7715" providerId="LiveId" clId="{4272ECAB-62BE-4E34-BA75-236D895D45D4}" dt="2025-06-17T14:04:59.346" v="4448" actId="47"/>
        <pc:sldMkLst>
          <pc:docMk/>
          <pc:sldMk cId="1718833025" sldId="782"/>
        </pc:sldMkLst>
      </pc:sldChg>
      <pc:sldChg chg="new del">
        <pc:chgData name="Eric Vertina" userId="c8fa19b5686b7715" providerId="LiveId" clId="{4272ECAB-62BE-4E34-BA75-236D895D45D4}" dt="2025-06-17T14:05:00.042" v="4449" actId="47"/>
        <pc:sldMkLst>
          <pc:docMk/>
          <pc:sldMk cId="1265100254" sldId="783"/>
        </pc:sldMkLst>
      </pc:sldChg>
      <pc:sldChg chg="new del">
        <pc:chgData name="Eric Vertina" userId="c8fa19b5686b7715" providerId="LiveId" clId="{4272ECAB-62BE-4E34-BA75-236D895D45D4}" dt="2025-06-17T14:05:00.780" v="4450" actId="47"/>
        <pc:sldMkLst>
          <pc:docMk/>
          <pc:sldMk cId="167248544" sldId="784"/>
        </pc:sldMkLst>
      </pc:sldChg>
      <pc:sldChg chg="addSp delSp modSp new mod">
        <pc:chgData name="Eric Vertina" userId="c8fa19b5686b7715" providerId="LiveId" clId="{4272ECAB-62BE-4E34-BA75-236D895D45D4}" dt="2025-06-17T12:26:04.897" v="3118" actId="20577"/>
        <pc:sldMkLst>
          <pc:docMk/>
          <pc:sldMk cId="3709294603" sldId="785"/>
        </pc:sldMkLst>
        <pc:spChg chg="mod">
          <ac:chgData name="Eric Vertina" userId="c8fa19b5686b7715" providerId="LiveId" clId="{4272ECAB-62BE-4E34-BA75-236D895D45D4}" dt="2025-06-17T12:26:04.897" v="3118" actId="20577"/>
          <ac:spMkLst>
            <pc:docMk/>
            <pc:sldMk cId="3709294603" sldId="785"/>
            <ac:spMk id="2" creationId="{0263EE10-9902-1630-5929-A1D12D5B8D84}"/>
          </ac:spMkLst>
        </pc:spChg>
        <pc:picChg chg="add mod">
          <ac:chgData name="Eric Vertina" userId="c8fa19b5686b7715" providerId="LiveId" clId="{4272ECAB-62BE-4E34-BA75-236D895D45D4}" dt="2025-06-17T12:24:55.138" v="3077" actId="962"/>
          <ac:picMkLst>
            <pc:docMk/>
            <pc:sldMk cId="3709294603" sldId="785"/>
            <ac:picMk id="6" creationId="{FD7D993E-63D6-4B8A-E7B8-F308BCA09165}"/>
          </ac:picMkLst>
        </pc:picChg>
      </pc:sldChg>
      <pc:sldChg chg="addSp delSp modSp new mod">
        <pc:chgData name="Eric Vertina" userId="c8fa19b5686b7715" providerId="LiveId" clId="{4272ECAB-62BE-4E34-BA75-236D895D45D4}" dt="2025-06-17T12:21:14.335" v="3019" actId="20577"/>
        <pc:sldMkLst>
          <pc:docMk/>
          <pc:sldMk cId="3936119684" sldId="786"/>
        </pc:sldMkLst>
        <pc:spChg chg="mod">
          <ac:chgData name="Eric Vertina" userId="c8fa19b5686b7715" providerId="LiveId" clId="{4272ECAB-62BE-4E34-BA75-236D895D45D4}" dt="2025-06-17T12:21:14.335" v="3019" actId="20577"/>
          <ac:spMkLst>
            <pc:docMk/>
            <pc:sldMk cId="3936119684" sldId="786"/>
            <ac:spMk id="2" creationId="{17D30394-53CE-26E5-2353-E9DD1178712A}"/>
          </ac:spMkLst>
        </pc:spChg>
        <pc:picChg chg="add mod ord">
          <ac:chgData name="Eric Vertina" userId="c8fa19b5686b7715" providerId="LiveId" clId="{4272ECAB-62BE-4E34-BA75-236D895D45D4}" dt="2025-06-17T12:21:12.306" v="3012" actId="1076"/>
          <ac:picMkLst>
            <pc:docMk/>
            <pc:sldMk cId="3936119684" sldId="786"/>
            <ac:picMk id="6" creationId="{27987A48-6402-E843-DFB1-074E7041A9C4}"/>
          </ac:picMkLst>
        </pc:picChg>
      </pc:sldChg>
      <pc:sldChg chg="addSp delSp modSp new del mod">
        <pc:chgData name="Eric Vertina" userId="c8fa19b5686b7715" providerId="LiveId" clId="{4272ECAB-62BE-4E34-BA75-236D895D45D4}" dt="2025-06-17T12:23:31.832" v="3073" actId="47"/>
        <pc:sldMkLst>
          <pc:docMk/>
          <pc:sldMk cId="272298229" sldId="787"/>
        </pc:sldMkLst>
      </pc:sldChg>
      <pc:sldChg chg="addSp delSp modSp new del mod">
        <pc:chgData name="Eric Vertina" userId="c8fa19b5686b7715" providerId="LiveId" clId="{4272ECAB-62BE-4E34-BA75-236D895D45D4}" dt="2025-06-17T12:23:31.161" v="3072" actId="47"/>
        <pc:sldMkLst>
          <pc:docMk/>
          <pc:sldMk cId="16605401" sldId="788"/>
        </pc:sldMkLst>
      </pc:sldChg>
      <pc:sldChg chg="addSp delSp modSp new mod">
        <pc:chgData name="Eric Vertina" userId="c8fa19b5686b7715" providerId="LiveId" clId="{4272ECAB-62BE-4E34-BA75-236D895D45D4}" dt="2025-06-17T12:23:28.575" v="3071" actId="20577"/>
        <pc:sldMkLst>
          <pc:docMk/>
          <pc:sldMk cId="961867736" sldId="789"/>
        </pc:sldMkLst>
        <pc:spChg chg="mod">
          <ac:chgData name="Eric Vertina" userId="c8fa19b5686b7715" providerId="LiveId" clId="{4272ECAB-62BE-4E34-BA75-236D895D45D4}" dt="2025-06-17T12:23:28.575" v="3071" actId="20577"/>
          <ac:spMkLst>
            <pc:docMk/>
            <pc:sldMk cId="961867736" sldId="789"/>
            <ac:spMk id="2" creationId="{E356BFC8-26C5-81AF-B266-F2FCCE40E7AA}"/>
          </ac:spMkLst>
        </pc:spChg>
        <pc:picChg chg="add mod ord">
          <ac:chgData name="Eric Vertina" userId="c8fa19b5686b7715" providerId="LiveId" clId="{4272ECAB-62BE-4E34-BA75-236D895D45D4}" dt="2025-06-17T12:23:17.841" v="3037" actId="1076"/>
          <ac:picMkLst>
            <pc:docMk/>
            <pc:sldMk cId="961867736" sldId="789"/>
            <ac:picMk id="6" creationId="{1CC31C54-3A42-56AF-98DE-B593E9C24821}"/>
          </ac:picMkLst>
        </pc:picChg>
        <pc:picChg chg="add mod">
          <ac:chgData name="Eric Vertina" userId="c8fa19b5686b7715" providerId="LiveId" clId="{4272ECAB-62BE-4E34-BA75-236D895D45D4}" dt="2025-06-17T12:23:07.686" v="3034" actId="1076"/>
          <ac:picMkLst>
            <pc:docMk/>
            <pc:sldMk cId="961867736" sldId="789"/>
            <ac:picMk id="8" creationId="{CC3D393C-CA54-94C9-7943-4918F4A4DA8E}"/>
          </ac:picMkLst>
        </pc:picChg>
      </pc:sldChg>
      <pc:sldChg chg="new del">
        <pc:chgData name="Eric Vertina" userId="c8fa19b5686b7715" providerId="LiveId" clId="{4272ECAB-62BE-4E34-BA75-236D895D45D4}" dt="2025-06-17T14:05:04.720" v="4451" actId="47"/>
        <pc:sldMkLst>
          <pc:docMk/>
          <pc:sldMk cId="316271855" sldId="790"/>
        </pc:sldMkLst>
      </pc:sldChg>
      <pc:sldChg chg="new del">
        <pc:chgData name="Eric Vertina" userId="c8fa19b5686b7715" providerId="LiveId" clId="{4272ECAB-62BE-4E34-BA75-236D895D45D4}" dt="2025-06-17T13:28:25.816" v="3526" actId="47"/>
        <pc:sldMkLst>
          <pc:docMk/>
          <pc:sldMk cId="2676892170" sldId="791"/>
        </pc:sldMkLst>
      </pc:sldChg>
      <pc:sldChg chg="new del">
        <pc:chgData name="Eric Vertina" userId="c8fa19b5686b7715" providerId="LiveId" clId="{4272ECAB-62BE-4E34-BA75-236D895D45D4}" dt="2025-06-17T14:05:07.226" v="4452" actId="47"/>
        <pc:sldMkLst>
          <pc:docMk/>
          <pc:sldMk cId="2531755373" sldId="792"/>
        </pc:sldMkLst>
      </pc:sldChg>
      <pc:sldChg chg="new del">
        <pc:chgData name="Eric Vertina" userId="c8fa19b5686b7715" providerId="LiveId" clId="{4272ECAB-62BE-4E34-BA75-236D895D45D4}" dt="2025-06-17T12:20:37.821" v="3009" actId="47"/>
        <pc:sldMkLst>
          <pc:docMk/>
          <pc:sldMk cId="2147909490" sldId="793"/>
        </pc:sldMkLst>
      </pc:sldChg>
      <pc:sldChg chg="new del">
        <pc:chgData name="Eric Vertina" userId="c8fa19b5686b7715" providerId="LiveId" clId="{4272ECAB-62BE-4E34-BA75-236D895D45D4}" dt="2025-06-17T14:05:09.632" v="4453" actId="47"/>
        <pc:sldMkLst>
          <pc:docMk/>
          <pc:sldMk cId="1316793692" sldId="794"/>
        </pc:sldMkLst>
      </pc:sldChg>
      <pc:sldChg chg="new del">
        <pc:chgData name="Eric Vertina" userId="c8fa19b5686b7715" providerId="LiveId" clId="{4272ECAB-62BE-4E34-BA75-236D895D45D4}" dt="2025-06-17T14:05:10.789" v="4454" actId="47"/>
        <pc:sldMkLst>
          <pc:docMk/>
          <pc:sldMk cId="2306367610" sldId="795"/>
        </pc:sldMkLst>
      </pc:sldChg>
      <pc:sldChg chg="new del">
        <pc:chgData name="Eric Vertina" userId="c8fa19b5686b7715" providerId="LiveId" clId="{4272ECAB-62BE-4E34-BA75-236D895D45D4}" dt="2025-06-17T13:29:04.825" v="3534" actId="47"/>
        <pc:sldMkLst>
          <pc:docMk/>
          <pc:sldMk cId="684135421" sldId="796"/>
        </pc:sldMkLst>
      </pc:sldChg>
      <pc:sldChg chg="new del">
        <pc:chgData name="Eric Vertina" userId="c8fa19b5686b7715" providerId="LiveId" clId="{4272ECAB-62BE-4E34-BA75-236D895D45D4}" dt="2025-06-17T13:29:01.113" v="3531" actId="47"/>
        <pc:sldMkLst>
          <pc:docMk/>
          <pc:sldMk cId="2810355138" sldId="797"/>
        </pc:sldMkLst>
      </pc:sldChg>
      <pc:sldChg chg="new del">
        <pc:chgData name="Eric Vertina" userId="c8fa19b5686b7715" providerId="LiveId" clId="{4272ECAB-62BE-4E34-BA75-236D895D45D4}" dt="2025-06-17T13:29:01.959" v="3532" actId="47"/>
        <pc:sldMkLst>
          <pc:docMk/>
          <pc:sldMk cId="66570272" sldId="798"/>
        </pc:sldMkLst>
      </pc:sldChg>
      <pc:sldChg chg="new del">
        <pc:chgData name="Eric Vertina" userId="c8fa19b5686b7715" providerId="LiveId" clId="{4272ECAB-62BE-4E34-BA75-236D895D45D4}" dt="2025-06-17T13:29:02.639" v="3533" actId="47"/>
        <pc:sldMkLst>
          <pc:docMk/>
          <pc:sldMk cId="3956026166" sldId="799"/>
        </pc:sldMkLst>
      </pc:sldChg>
      <pc:sldChg chg="new del">
        <pc:chgData name="Eric Vertina" userId="c8fa19b5686b7715" providerId="LiveId" clId="{4272ECAB-62BE-4E34-BA75-236D895D45D4}" dt="2025-06-17T13:29:05.617" v="3535" actId="47"/>
        <pc:sldMkLst>
          <pc:docMk/>
          <pc:sldMk cId="1384563429" sldId="800"/>
        </pc:sldMkLst>
      </pc:sldChg>
      <pc:sldChg chg="new del">
        <pc:chgData name="Eric Vertina" userId="c8fa19b5686b7715" providerId="LiveId" clId="{4272ECAB-62BE-4E34-BA75-236D895D45D4}" dt="2025-06-17T14:05:17.946" v="4458" actId="47"/>
        <pc:sldMkLst>
          <pc:docMk/>
          <pc:sldMk cId="2582065849" sldId="801"/>
        </pc:sldMkLst>
      </pc:sldChg>
      <pc:sldChg chg="add ord">
        <pc:chgData name="Eric Vertina" userId="c8fa19b5686b7715" providerId="LiveId" clId="{4272ECAB-62BE-4E34-BA75-236D895D45D4}" dt="2025-06-17T13:28:36.255" v="3530"/>
        <pc:sldMkLst>
          <pc:docMk/>
          <pc:sldMk cId="2442625263" sldId="802"/>
        </pc:sldMkLst>
      </pc:sldChg>
      <pc:sldChg chg="add">
        <pc:chgData name="Eric Vertina" userId="c8fa19b5686b7715" providerId="LiveId" clId="{4272ECAB-62BE-4E34-BA75-236D895D45D4}" dt="2025-06-17T12:17:48.980" v="2980"/>
        <pc:sldMkLst>
          <pc:docMk/>
          <pc:sldMk cId="335078628" sldId="803"/>
        </pc:sldMkLst>
      </pc:sldChg>
      <pc:sldChg chg="modSp new mod">
        <pc:chgData name="Eric Vertina" userId="c8fa19b5686b7715" providerId="LiveId" clId="{4272ECAB-62BE-4E34-BA75-236D895D45D4}" dt="2025-06-17T12:18:39.925" v="2993" actId="20577"/>
        <pc:sldMkLst>
          <pc:docMk/>
          <pc:sldMk cId="870310921" sldId="804"/>
        </pc:sldMkLst>
        <pc:spChg chg="mod">
          <ac:chgData name="Eric Vertina" userId="c8fa19b5686b7715" providerId="LiveId" clId="{4272ECAB-62BE-4E34-BA75-236D895D45D4}" dt="2025-06-17T12:18:39.925" v="2993" actId="20577"/>
          <ac:spMkLst>
            <pc:docMk/>
            <pc:sldMk cId="870310921" sldId="804"/>
            <ac:spMk id="2" creationId="{DE1D8CC6-4FAA-F47B-D135-D9F4EEBF6F30}"/>
          </ac:spMkLst>
        </pc:spChg>
      </pc:sldChg>
      <pc:sldChg chg="new">
        <pc:chgData name="Eric Vertina" userId="c8fa19b5686b7715" providerId="LiveId" clId="{4272ECAB-62BE-4E34-BA75-236D895D45D4}" dt="2025-06-17T12:18:48.408" v="2994" actId="680"/>
        <pc:sldMkLst>
          <pc:docMk/>
          <pc:sldMk cId="1183528469" sldId="805"/>
        </pc:sldMkLst>
      </pc:sldChg>
      <pc:sldChg chg="add ord">
        <pc:chgData name="Eric Vertina" userId="c8fa19b5686b7715" providerId="LiveId" clId="{4272ECAB-62BE-4E34-BA75-236D895D45D4}" dt="2025-06-17T12:18:51.711" v="2997"/>
        <pc:sldMkLst>
          <pc:docMk/>
          <pc:sldMk cId="1719056852" sldId="806"/>
        </pc:sldMkLst>
      </pc:sldChg>
      <pc:sldChg chg="new del">
        <pc:chgData name="Eric Vertina" userId="c8fa19b5686b7715" providerId="LiveId" clId="{4272ECAB-62BE-4E34-BA75-236D895D45D4}" dt="2025-06-17T12:19:53.795" v="3006" actId="47"/>
        <pc:sldMkLst>
          <pc:docMk/>
          <pc:sldMk cId="847023302" sldId="807"/>
        </pc:sldMkLst>
      </pc:sldChg>
      <pc:sldChg chg="new">
        <pc:chgData name="Eric Vertina" userId="c8fa19b5686b7715" providerId="LiveId" clId="{4272ECAB-62BE-4E34-BA75-236D895D45D4}" dt="2025-06-17T12:18:54.639" v="2999" actId="680"/>
        <pc:sldMkLst>
          <pc:docMk/>
          <pc:sldMk cId="1014343944" sldId="808"/>
        </pc:sldMkLst>
      </pc:sldChg>
      <pc:sldChg chg="modSp new mod">
        <pc:chgData name="Eric Vertina" userId="c8fa19b5686b7715" providerId="LiveId" clId="{4272ECAB-62BE-4E34-BA75-236D895D45D4}" dt="2025-06-17T12:26:40.009" v="3150" actId="20577"/>
        <pc:sldMkLst>
          <pc:docMk/>
          <pc:sldMk cId="341235048" sldId="809"/>
        </pc:sldMkLst>
        <pc:spChg chg="mod">
          <ac:chgData name="Eric Vertina" userId="c8fa19b5686b7715" providerId="LiveId" clId="{4272ECAB-62BE-4E34-BA75-236D895D45D4}" dt="2025-06-17T12:26:40.009" v="3150" actId="20577"/>
          <ac:spMkLst>
            <pc:docMk/>
            <pc:sldMk cId="341235048" sldId="809"/>
            <ac:spMk id="2" creationId="{707D27FE-04D4-8179-4209-A34544E078DB}"/>
          </ac:spMkLst>
        </pc:spChg>
      </pc:sldChg>
      <pc:sldChg chg="addSp delSp modSp new mod">
        <pc:chgData name="Eric Vertina" userId="c8fa19b5686b7715" providerId="LiveId" clId="{4272ECAB-62BE-4E34-BA75-236D895D45D4}" dt="2025-06-17T12:27:44.773" v="3192" actId="1076"/>
        <pc:sldMkLst>
          <pc:docMk/>
          <pc:sldMk cId="2998674028" sldId="810"/>
        </pc:sldMkLst>
        <pc:spChg chg="mod">
          <ac:chgData name="Eric Vertina" userId="c8fa19b5686b7715" providerId="LiveId" clId="{4272ECAB-62BE-4E34-BA75-236D895D45D4}" dt="2025-06-17T12:27:36.926" v="3189" actId="20577"/>
          <ac:spMkLst>
            <pc:docMk/>
            <pc:sldMk cId="2998674028" sldId="810"/>
            <ac:spMk id="2" creationId="{430E300E-4FD6-473C-CF77-92409C8E8AFB}"/>
          </ac:spMkLst>
        </pc:spChg>
        <pc:spChg chg="add mod">
          <ac:chgData name="Eric Vertina" userId="c8fa19b5686b7715" providerId="LiveId" clId="{4272ECAB-62BE-4E34-BA75-236D895D45D4}" dt="2025-06-17T12:27:44.773" v="3192" actId="1076"/>
          <ac:spMkLst>
            <pc:docMk/>
            <pc:sldMk cId="2998674028" sldId="810"/>
            <ac:spMk id="6" creationId="{9C17E617-1203-5238-A7FA-1F187C3CCC48}"/>
          </ac:spMkLst>
        </pc:spChg>
        <pc:spChg chg="add mod">
          <ac:chgData name="Eric Vertina" userId="c8fa19b5686b7715" providerId="LiveId" clId="{4272ECAB-62BE-4E34-BA75-236D895D45D4}" dt="2025-06-17T12:27:07.493" v="3154" actId="767"/>
          <ac:spMkLst>
            <pc:docMk/>
            <pc:sldMk cId="2998674028" sldId="810"/>
            <ac:spMk id="7" creationId="{2A9D1B1C-9794-5A94-C621-1E1E7DBA0110}"/>
          </ac:spMkLst>
        </pc:spChg>
        <pc:spChg chg="add mod">
          <ac:chgData name="Eric Vertina" userId="c8fa19b5686b7715" providerId="LiveId" clId="{4272ECAB-62BE-4E34-BA75-236D895D45D4}" dt="2025-06-17T12:27:43.900" v="3191" actId="14100"/>
          <ac:spMkLst>
            <pc:docMk/>
            <pc:sldMk cId="2998674028" sldId="810"/>
            <ac:spMk id="8" creationId="{F6CC64D2-0C0F-9DDA-057D-0CA16AE10530}"/>
          </ac:spMkLst>
        </pc:spChg>
      </pc:sldChg>
      <pc:sldChg chg="new">
        <pc:chgData name="Eric Vertina" userId="c8fa19b5686b7715" providerId="LiveId" clId="{4272ECAB-62BE-4E34-BA75-236D895D45D4}" dt="2025-06-17T12:18:55.268" v="3002" actId="680"/>
        <pc:sldMkLst>
          <pc:docMk/>
          <pc:sldMk cId="2683554707" sldId="811"/>
        </pc:sldMkLst>
      </pc:sldChg>
      <pc:sldChg chg="new">
        <pc:chgData name="Eric Vertina" userId="c8fa19b5686b7715" providerId="LiveId" clId="{4272ECAB-62BE-4E34-BA75-236D895D45D4}" dt="2025-06-17T12:18:55.456" v="3003" actId="680"/>
        <pc:sldMkLst>
          <pc:docMk/>
          <pc:sldMk cId="3402929391" sldId="812"/>
        </pc:sldMkLst>
      </pc:sldChg>
      <pc:sldChg chg="add">
        <pc:chgData name="Eric Vertina" userId="c8fa19b5686b7715" providerId="LiveId" clId="{4272ECAB-62BE-4E34-BA75-236D895D45D4}" dt="2025-06-17T12:19:17.724" v="3004"/>
        <pc:sldMkLst>
          <pc:docMk/>
          <pc:sldMk cId="812861382" sldId="813"/>
        </pc:sldMkLst>
      </pc:sldChg>
      <pc:sldChg chg="add">
        <pc:chgData name="Eric Vertina" userId="c8fa19b5686b7715" providerId="LiveId" clId="{4272ECAB-62BE-4E34-BA75-236D895D45D4}" dt="2025-06-17T12:19:17.724" v="3004"/>
        <pc:sldMkLst>
          <pc:docMk/>
          <pc:sldMk cId="1552868590" sldId="814"/>
        </pc:sldMkLst>
      </pc:sldChg>
      <pc:sldChg chg="add">
        <pc:chgData name="Eric Vertina" userId="c8fa19b5686b7715" providerId="LiveId" clId="{4272ECAB-62BE-4E34-BA75-236D895D45D4}" dt="2025-06-17T12:20:08.894" v="3007"/>
        <pc:sldMkLst>
          <pc:docMk/>
          <pc:sldMk cId="2651124756" sldId="815"/>
        </pc:sldMkLst>
      </pc:sldChg>
      <pc:sldChg chg="add">
        <pc:chgData name="Eric Vertina" userId="c8fa19b5686b7715" providerId="LiveId" clId="{4272ECAB-62BE-4E34-BA75-236D895D45D4}" dt="2025-06-17T12:20:08.894" v="3007"/>
        <pc:sldMkLst>
          <pc:docMk/>
          <pc:sldMk cId="2162186839" sldId="816"/>
        </pc:sldMkLst>
      </pc:sldChg>
      <pc:sldChg chg="add">
        <pc:chgData name="Eric Vertina" userId="c8fa19b5686b7715" providerId="LiveId" clId="{4272ECAB-62BE-4E34-BA75-236D895D45D4}" dt="2025-06-17T12:20:08.894" v="3007"/>
        <pc:sldMkLst>
          <pc:docMk/>
          <pc:sldMk cId="2688559362" sldId="817"/>
        </pc:sldMkLst>
      </pc:sldChg>
      <pc:sldChg chg="add">
        <pc:chgData name="Eric Vertina" userId="c8fa19b5686b7715" providerId="LiveId" clId="{4272ECAB-62BE-4E34-BA75-236D895D45D4}" dt="2025-06-17T12:20:08.894" v="3007"/>
        <pc:sldMkLst>
          <pc:docMk/>
          <pc:sldMk cId="3416279291" sldId="818"/>
        </pc:sldMkLst>
      </pc:sldChg>
      <pc:sldChg chg="add">
        <pc:chgData name="Eric Vertina" userId="c8fa19b5686b7715" providerId="LiveId" clId="{4272ECAB-62BE-4E34-BA75-236D895D45D4}" dt="2025-06-17T12:20:08.894" v="3007"/>
        <pc:sldMkLst>
          <pc:docMk/>
          <pc:sldMk cId="3574355231" sldId="819"/>
        </pc:sldMkLst>
      </pc:sldChg>
      <pc:sldChg chg="add">
        <pc:chgData name="Eric Vertina" userId="c8fa19b5686b7715" providerId="LiveId" clId="{4272ECAB-62BE-4E34-BA75-236D895D45D4}" dt="2025-06-17T12:20:08.894" v="3007"/>
        <pc:sldMkLst>
          <pc:docMk/>
          <pc:sldMk cId="966183707" sldId="820"/>
        </pc:sldMkLst>
      </pc:sldChg>
      <pc:sldChg chg="add">
        <pc:chgData name="Eric Vertina" userId="c8fa19b5686b7715" providerId="LiveId" clId="{4272ECAB-62BE-4E34-BA75-236D895D45D4}" dt="2025-06-17T12:20:08.894" v="3007"/>
        <pc:sldMkLst>
          <pc:docMk/>
          <pc:sldMk cId="2564943841" sldId="821"/>
        </pc:sldMkLst>
      </pc:sldChg>
      <pc:sldChg chg="add">
        <pc:chgData name="Eric Vertina" userId="c8fa19b5686b7715" providerId="LiveId" clId="{4272ECAB-62BE-4E34-BA75-236D895D45D4}" dt="2025-06-17T12:20:08.894" v="3007"/>
        <pc:sldMkLst>
          <pc:docMk/>
          <pc:sldMk cId="2062310973" sldId="822"/>
        </pc:sldMkLst>
      </pc:sldChg>
      <pc:sldChg chg="new del">
        <pc:chgData name="Eric Vertina" userId="c8fa19b5686b7715" providerId="LiveId" clId="{4272ECAB-62BE-4E34-BA75-236D895D45D4}" dt="2025-06-17T14:05:16.906" v="4457" actId="47"/>
        <pc:sldMkLst>
          <pc:docMk/>
          <pc:sldMk cId="227370526" sldId="823"/>
        </pc:sldMkLst>
      </pc:sldChg>
      <pc:sldChg chg="new del">
        <pc:chgData name="Eric Vertina" userId="c8fa19b5686b7715" providerId="LiveId" clId="{4272ECAB-62BE-4E34-BA75-236D895D45D4}" dt="2025-06-17T14:05:13.158" v="4455" actId="47"/>
        <pc:sldMkLst>
          <pc:docMk/>
          <pc:sldMk cId="3260027256" sldId="824"/>
        </pc:sldMkLst>
      </pc:sldChg>
      <pc:sldChg chg="addSp delSp modSp new mod">
        <pc:chgData name="Eric Vertina" userId="c8fa19b5686b7715" providerId="LiveId" clId="{4272ECAB-62BE-4E34-BA75-236D895D45D4}" dt="2025-06-17T12:26:13.755" v="3142" actId="20577"/>
        <pc:sldMkLst>
          <pc:docMk/>
          <pc:sldMk cId="3667356090" sldId="825"/>
        </pc:sldMkLst>
        <pc:spChg chg="mod">
          <ac:chgData name="Eric Vertina" userId="c8fa19b5686b7715" providerId="LiveId" clId="{4272ECAB-62BE-4E34-BA75-236D895D45D4}" dt="2025-06-17T12:26:13.755" v="3142" actId="20577"/>
          <ac:spMkLst>
            <pc:docMk/>
            <pc:sldMk cId="3667356090" sldId="825"/>
            <ac:spMk id="2" creationId="{421BFD2B-926D-4941-3723-9B96BD0153F8}"/>
          </ac:spMkLst>
        </pc:spChg>
        <pc:picChg chg="add mod ord">
          <ac:chgData name="Eric Vertina" userId="c8fa19b5686b7715" providerId="LiveId" clId="{4272ECAB-62BE-4E34-BA75-236D895D45D4}" dt="2025-06-17T12:25:54.182" v="3102" actId="22"/>
          <ac:picMkLst>
            <pc:docMk/>
            <pc:sldMk cId="3667356090" sldId="825"/>
            <ac:picMk id="6" creationId="{8801A6AD-2038-7132-580A-EB5C6DF6109D}"/>
          </ac:picMkLst>
        </pc:picChg>
      </pc:sldChg>
      <pc:sldChg chg="new del">
        <pc:chgData name="Eric Vertina" userId="c8fa19b5686b7715" providerId="LiveId" clId="{4272ECAB-62BE-4E34-BA75-236D895D45D4}" dt="2025-06-17T14:05:14.287" v="4456" actId="47"/>
        <pc:sldMkLst>
          <pc:docMk/>
          <pc:sldMk cId="1336983674" sldId="826"/>
        </pc:sldMkLst>
      </pc:sldChg>
      <pc:sldChg chg="modSp new del mod">
        <pc:chgData name="Eric Vertina" userId="c8fa19b5686b7715" providerId="LiveId" clId="{4272ECAB-62BE-4E34-BA75-236D895D45D4}" dt="2025-06-17T14:48:33.174" v="4527" actId="47"/>
        <pc:sldMkLst>
          <pc:docMk/>
          <pc:sldMk cId="1588853588" sldId="827"/>
        </pc:sldMkLst>
      </pc:sldChg>
      <pc:sldChg chg="new del">
        <pc:chgData name="Eric Vertina" userId="c8fa19b5686b7715" providerId="LiveId" clId="{4272ECAB-62BE-4E34-BA75-236D895D45D4}" dt="2025-06-17T14:04:48.298" v="4445" actId="47"/>
        <pc:sldMkLst>
          <pc:docMk/>
          <pc:sldMk cId="3810852159" sldId="828"/>
        </pc:sldMkLst>
      </pc:sldChg>
      <pc:sldChg chg="new del">
        <pc:chgData name="Eric Vertina" userId="c8fa19b5686b7715" providerId="LiveId" clId="{4272ECAB-62BE-4E34-BA75-236D895D45D4}" dt="2025-06-17T14:04:50.177" v="4446" actId="47"/>
        <pc:sldMkLst>
          <pc:docMk/>
          <pc:sldMk cId="2459832048" sldId="829"/>
        </pc:sldMkLst>
      </pc:sldChg>
      <pc:sldChg chg="addSp modSp new mod">
        <pc:chgData name="Eric Vertina" userId="c8fa19b5686b7715" providerId="LiveId" clId="{4272ECAB-62BE-4E34-BA75-236D895D45D4}" dt="2025-06-17T12:29:58.667" v="3262" actId="20577"/>
        <pc:sldMkLst>
          <pc:docMk/>
          <pc:sldMk cId="2878490807" sldId="830"/>
        </pc:sldMkLst>
        <pc:spChg chg="mod">
          <ac:chgData name="Eric Vertina" userId="c8fa19b5686b7715" providerId="LiveId" clId="{4272ECAB-62BE-4E34-BA75-236D895D45D4}" dt="2025-06-17T12:29:58.667" v="3262" actId="20577"/>
          <ac:spMkLst>
            <pc:docMk/>
            <pc:sldMk cId="2878490807" sldId="830"/>
            <ac:spMk id="2" creationId="{70C14E96-2B08-EB0F-8DC5-5AB6F9C0390A}"/>
          </ac:spMkLst>
        </pc:spChg>
        <pc:picChg chg="add">
          <ac:chgData name="Eric Vertina" userId="c8fa19b5686b7715" providerId="LiveId" clId="{4272ECAB-62BE-4E34-BA75-236D895D45D4}" dt="2025-06-17T12:29:54.153" v="3243" actId="22"/>
          <ac:picMkLst>
            <pc:docMk/>
            <pc:sldMk cId="2878490807" sldId="830"/>
            <ac:picMk id="6" creationId="{9D10650C-1BA9-4B06-2118-3636257C3239}"/>
          </ac:picMkLst>
        </pc:picChg>
      </pc:sldChg>
      <pc:sldChg chg="addSp modSp new mod">
        <pc:chgData name="Eric Vertina" userId="c8fa19b5686b7715" providerId="LiveId" clId="{4272ECAB-62BE-4E34-BA75-236D895D45D4}" dt="2025-06-17T12:30:21.549" v="3274" actId="20577"/>
        <pc:sldMkLst>
          <pc:docMk/>
          <pc:sldMk cId="1271606759" sldId="831"/>
        </pc:sldMkLst>
        <pc:spChg chg="mod">
          <ac:chgData name="Eric Vertina" userId="c8fa19b5686b7715" providerId="LiveId" clId="{4272ECAB-62BE-4E34-BA75-236D895D45D4}" dt="2025-06-17T12:30:21.549" v="3274" actId="20577"/>
          <ac:spMkLst>
            <pc:docMk/>
            <pc:sldMk cId="1271606759" sldId="831"/>
            <ac:spMk id="2" creationId="{43079955-8F01-DD72-D206-32D81A1971C7}"/>
          </ac:spMkLst>
        </pc:spChg>
        <pc:picChg chg="add">
          <ac:chgData name="Eric Vertina" userId="c8fa19b5686b7715" providerId="LiveId" clId="{4272ECAB-62BE-4E34-BA75-236D895D45D4}" dt="2025-06-17T12:30:18.249" v="3263" actId="22"/>
          <ac:picMkLst>
            <pc:docMk/>
            <pc:sldMk cId="1271606759" sldId="831"/>
            <ac:picMk id="6" creationId="{E7A1407E-1F28-4149-D3EE-2FC71122FCAE}"/>
          </ac:picMkLst>
        </pc:picChg>
      </pc:sldChg>
      <pc:sldChg chg="new del">
        <pc:chgData name="Eric Vertina" userId="c8fa19b5686b7715" providerId="LiveId" clId="{4272ECAB-62BE-4E34-BA75-236D895D45D4}" dt="2025-06-17T14:49:02.261" v="4529" actId="47"/>
        <pc:sldMkLst>
          <pc:docMk/>
          <pc:sldMk cId="1656931232" sldId="832"/>
        </pc:sldMkLst>
      </pc:sldChg>
      <pc:sldChg chg="addSp delSp modSp new mod">
        <pc:chgData name="Eric Vertina" userId="c8fa19b5686b7715" providerId="LiveId" clId="{4272ECAB-62BE-4E34-BA75-236D895D45D4}" dt="2025-06-17T13:53:42.896" v="4221" actId="1076"/>
        <pc:sldMkLst>
          <pc:docMk/>
          <pc:sldMk cId="1022026881" sldId="833"/>
        </pc:sldMkLst>
        <pc:picChg chg="add mod">
          <ac:chgData name="Eric Vertina" userId="c8fa19b5686b7715" providerId="LiveId" clId="{4272ECAB-62BE-4E34-BA75-236D895D45D4}" dt="2025-06-17T12:33:18.702" v="3403" actId="27614"/>
          <ac:picMkLst>
            <pc:docMk/>
            <pc:sldMk cId="1022026881" sldId="833"/>
            <ac:picMk id="6" creationId="{CCE70B5B-09F2-F4EF-5F2D-B35D279359AF}"/>
          </ac:picMkLst>
        </pc:picChg>
        <pc:picChg chg="mod">
          <ac:chgData name="Eric Vertina" userId="c8fa19b5686b7715" providerId="LiveId" clId="{4272ECAB-62BE-4E34-BA75-236D895D45D4}" dt="2025-06-17T13:53:42.896" v="4221" actId="1076"/>
          <ac:picMkLst>
            <pc:docMk/>
            <pc:sldMk cId="1022026881" sldId="833"/>
            <ac:picMk id="8" creationId="{8E2BF890-7FDB-E065-F1B7-7538799DED40}"/>
          </ac:picMkLst>
        </pc:picChg>
      </pc:sldChg>
      <pc:sldChg chg="addSp modSp new mod">
        <pc:chgData name="Eric Vertina" userId="c8fa19b5686b7715" providerId="LiveId" clId="{4272ECAB-62BE-4E34-BA75-236D895D45D4}" dt="2025-06-17T13:44:37.998" v="4157" actId="20577"/>
        <pc:sldMkLst>
          <pc:docMk/>
          <pc:sldMk cId="805110240" sldId="834"/>
        </pc:sldMkLst>
        <pc:spChg chg="mod">
          <ac:chgData name="Eric Vertina" userId="c8fa19b5686b7715" providerId="LiveId" clId="{4272ECAB-62BE-4E34-BA75-236D895D45D4}" dt="2025-06-17T13:44:37.998" v="4157" actId="20577"/>
          <ac:spMkLst>
            <pc:docMk/>
            <pc:sldMk cId="805110240" sldId="834"/>
            <ac:spMk id="2" creationId="{E2661841-1F5C-516A-5D02-7CD2314BFDFE}"/>
          </ac:spMkLst>
        </pc:spChg>
        <pc:picChg chg="add mod">
          <ac:chgData name="Eric Vertina" userId="c8fa19b5686b7715" providerId="LiveId" clId="{4272ECAB-62BE-4E34-BA75-236D895D45D4}" dt="2025-06-17T13:24:31.099" v="3461" actId="1076"/>
          <ac:picMkLst>
            <pc:docMk/>
            <pc:sldMk cId="805110240" sldId="834"/>
            <ac:picMk id="40" creationId="{98D7C3F6-8463-5739-1E4E-E40C054C971D}"/>
          </ac:picMkLst>
        </pc:picChg>
      </pc:sldChg>
      <pc:sldChg chg="addSp modSp new mod">
        <pc:chgData name="Eric Vertina" userId="c8fa19b5686b7715" providerId="LiveId" clId="{4272ECAB-62BE-4E34-BA75-236D895D45D4}" dt="2025-06-17T13:24:24.659" v="3460" actId="1076"/>
        <pc:sldMkLst>
          <pc:docMk/>
          <pc:sldMk cId="1498566389" sldId="835"/>
        </pc:sldMkLst>
        <pc:spChg chg="mod">
          <ac:chgData name="Eric Vertina" userId="c8fa19b5686b7715" providerId="LiveId" clId="{4272ECAB-62BE-4E34-BA75-236D895D45D4}" dt="2025-06-17T13:23:53.131" v="3453" actId="20577"/>
          <ac:spMkLst>
            <pc:docMk/>
            <pc:sldMk cId="1498566389" sldId="835"/>
            <ac:spMk id="2" creationId="{3795BCCB-E36A-ED10-A3B0-5E718337E707}"/>
          </ac:spMkLst>
        </pc:spChg>
        <pc:picChg chg="add mod modCrop">
          <ac:chgData name="Eric Vertina" userId="c8fa19b5686b7715" providerId="LiveId" clId="{4272ECAB-62BE-4E34-BA75-236D895D45D4}" dt="2025-06-17T13:24:24.659" v="3460" actId="1076"/>
          <ac:picMkLst>
            <pc:docMk/>
            <pc:sldMk cId="1498566389" sldId="835"/>
            <ac:picMk id="38" creationId="{73A91053-C023-09EE-0AF4-13C899BB605B}"/>
          </ac:picMkLst>
        </pc:picChg>
      </pc:sldChg>
      <pc:sldChg chg="addSp modSp new mod">
        <pc:chgData name="Eric Vertina" userId="c8fa19b5686b7715" providerId="LiveId" clId="{4272ECAB-62BE-4E34-BA75-236D895D45D4}" dt="2025-06-17T13:44:50.685" v="4173" actId="20577"/>
        <pc:sldMkLst>
          <pc:docMk/>
          <pc:sldMk cId="116302375" sldId="836"/>
        </pc:sldMkLst>
        <pc:spChg chg="mod">
          <ac:chgData name="Eric Vertina" userId="c8fa19b5686b7715" providerId="LiveId" clId="{4272ECAB-62BE-4E34-BA75-236D895D45D4}" dt="2025-06-17T13:44:50.685" v="4173" actId="20577"/>
          <ac:spMkLst>
            <pc:docMk/>
            <pc:sldMk cId="116302375" sldId="836"/>
            <ac:spMk id="2" creationId="{3B572D5E-CB46-4E4E-A42A-65B1C2B0B392}"/>
          </ac:spMkLst>
        </pc:spChg>
        <pc:picChg chg="add mod">
          <ac:chgData name="Eric Vertina" userId="c8fa19b5686b7715" providerId="LiveId" clId="{4272ECAB-62BE-4E34-BA75-236D895D45D4}" dt="2025-06-17T13:28:01.916" v="3522" actId="1076"/>
          <ac:picMkLst>
            <pc:docMk/>
            <pc:sldMk cId="116302375" sldId="836"/>
            <ac:picMk id="36" creationId="{C5F3798C-4933-0A21-95D3-6271719C9C8A}"/>
          </ac:picMkLst>
        </pc:picChg>
      </pc:sldChg>
      <pc:sldChg chg="new del">
        <pc:chgData name="Eric Vertina" userId="c8fa19b5686b7715" providerId="LiveId" clId="{4272ECAB-62BE-4E34-BA75-236D895D45D4}" dt="2025-06-17T14:05:26.418" v="4459" actId="47"/>
        <pc:sldMkLst>
          <pc:docMk/>
          <pc:sldMk cId="3140160518" sldId="837"/>
        </pc:sldMkLst>
      </pc:sldChg>
      <pc:sldChg chg="new del">
        <pc:chgData name="Eric Vertina" userId="c8fa19b5686b7715" providerId="LiveId" clId="{4272ECAB-62BE-4E34-BA75-236D895D45D4}" dt="2025-06-17T14:05:26.418" v="4459" actId="47"/>
        <pc:sldMkLst>
          <pc:docMk/>
          <pc:sldMk cId="4251888020" sldId="838"/>
        </pc:sldMkLst>
      </pc:sldChg>
      <pc:sldChg chg="addSp modSp new">
        <pc:chgData name="Eric Vertina" userId="c8fa19b5686b7715" providerId="LiveId" clId="{4272ECAB-62BE-4E34-BA75-236D895D45D4}" dt="2025-06-17T13:24:41.253" v="3466"/>
        <pc:sldMkLst>
          <pc:docMk/>
          <pc:sldMk cId="1757614389" sldId="839"/>
        </pc:sldMkLst>
        <pc:picChg chg="add mod">
          <ac:chgData name="Eric Vertina" userId="c8fa19b5686b7715" providerId="LiveId" clId="{4272ECAB-62BE-4E34-BA75-236D895D45D4}" dt="2025-06-17T13:24:41.253" v="3466"/>
          <ac:picMkLst>
            <pc:docMk/>
            <pc:sldMk cId="1757614389" sldId="839"/>
            <ac:picMk id="34" creationId="{6DCF6C5F-5159-4DA1-89C3-F7150832267F}"/>
          </ac:picMkLst>
        </pc:picChg>
      </pc:sldChg>
      <pc:sldChg chg="addSp modSp new">
        <pc:chgData name="Eric Vertina" userId="c8fa19b5686b7715" providerId="LiveId" clId="{4272ECAB-62BE-4E34-BA75-236D895D45D4}" dt="2025-06-17T13:24:47.825" v="3468"/>
        <pc:sldMkLst>
          <pc:docMk/>
          <pc:sldMk cId="1971554330" sldId="840"/>
        </pc:sldMkLst>
        <pc:picChg chg="add mod">
          <ac:chgData name="Eric Vertina" userId="c8fa19b5686b7715" providerId="LiveId" clId="{4272ECAB-62BE-4E34-BA75-236D895D45D4}" dt="2025-06-17T13:24:47.825" v="3468"/>
          <ac:picMkLst>
            <pc:docMk/>
            <pc:sldMk cId="1971554330" sldId="840"/>
            <ac:picMk id="32" creationId="{2D5BFBB9-10A7-3D76-D0F6-F0D569F75107}"/>
          </ac:picMkLst>
        </pc:picChg>
      </pc:sldChg>
      <pc:sldChg chg="addSp modSp new">
        <pc:chgData name="Eric Vertina" userId="c8fa19b5686b7715" providerId="LiveId" clId="{4272ECAB-62BE-4E34-BA75-236D895D45D4}" dt="2025-06-17T13:24:52.417" v="3470"/>
        <pc:sldMkLst>
          <pc:docMk/>
          <pc:sldMk cId="1815619945" sldId="841"/>
        </pc:sldMkLst>
        <pc:picChg chg="add mod">
          <ac:chgData name="Eric Vertina" userId="c8fa19b5686b7715" providerId="LiveId" clId="{4272ECAB-62BE-4E34-BA75-236D895D45D4}" dt="2025-06-17T13:24:52.417" v="3470"/>
          <ac:picMkLst>
            <pc:docMk/>
            <pc:sldMk cId="1815619945" sldId="841"/>
            <ac:picMk id="30" creationId="{D6A1FB64-EC4A-5C6D-F79F-2A37D7E10EED}"/>
          </ac:picMkLst>
        </pc:picChg>
      </pc:sldChg>
      <pc:sldChg chg="modSp new mod">
        <pc:chgData name="Eric Vertina" userId="c8fa19b5686b7715" providerId="LiveId" clId="{4272ECAB-62BE-4E34-BA75-236D895D45D4}" dt="2025-06-17T13:34:23.673" v="3899" actId="113"/>
        <pc:sldMkLst>
          <pc:docMk/>
          <pc:sldMk cId="3112363809" sldId="842"/>
        </pc:sldMkLst>
        <pc:spChg chg="mod">
          <ac:chgData name="Eric Vertina" userId="c8fa19b5686b7715" providerId="LiveId" clId="{4272ECAB-62BE-4E34-BA75-236D895D45D4}" dt="2025-06-17T13:32:24.691" v="3699" actId="20577"/>
          <ac:spMkLst>
            <pc:docMk/>
            <pc:sldMk cId="3112363809" sldId="842"/>
            <ac:spMk id="2" creationId="{629C814F-9F9D-F1DE-B3BE-960FCED03688}"/>
          </ac:spMkLst>
        </pc:spChg>
        <pc:spChg chg="mod">
          <ac:chgData name="Eric Vertina" userId="c8fa19b5686b7715" providerId="LiveId" clId="{4272ECAB-62BE-4E34-BA75-236D895D45D4}" dt="2025-06-17T13:34:23.673" v="3899" actId="113"/>
          <ac:spMkLst>
            <pc:docMk/>
            <pc:sldMk cId="3112363809" sldId="842"/>
            <ac:spMk id="3" creationId="{9169A145-B2E8-C8F6-DCD0-D5A495670897}"/>
          </ac:spMkLst>
        </pc:spChg>
      </pc:sldChg>
      <pc:sldChg chg="modSp add mod ord">
        <pc:chgData name="Eric Vertina" userId="c8fa19b5686b7715" providerId="LiveId" clId="{4272ECAB-62BE-4E34-BA75-236D895D45D4}" dt="2025-06-17T13:40:11.566" v="4144"/>
        <pc:sldMkLst>
          <pc:docMk/>
          <pc:sldMk cId="1646874755" sldId="843"/>
        </pc:sldMkLst>
        <pc:spChg chg="mod">
          <ac:chgData name="Eric Vertina" userId="c8fa19b5686b7715" providerId="LiveId" clId="{4272ECAB-62BE-4E34-BA75-236D895D45D4}" dt="2025-06-17T13:36:34.180" v="3977" actId="20577"/>
          <ac:spMkLst>
            <pc:docMk/>
            <pc:sldMk cId="1646874755" sldId="843"/>
            <ac:spMk id="3" creationId="{2231D0F6-EA16-4227-9860-C894478C11C0}"/>
          </ac:spMkLst>
        </pc:spChg>
      </pc:sldChg>
      <pc:sldChg chg="modSp new mod">
        <pc:chgData name="Eric Vertina" userId="c8fa19b5686b7715" providerId="LiveId" clId="{4272ECAB-62BE-4E34-BA75-236D895D45D4}" dt="2025-06-17T13:39:45.587" v="4140" actId="20577"/>
        <pc:sldMkLst>
          <pc:docMk/>
          <pc:sldMk cId="856509190" sldId="844"/>
        </pc:sldMkLst>
        <pc:spChg chg="mod">
          <ac:chgData name="Eric Vertina" userId="c8fa19b5686b7715" providerId="LiveId" clId="{4272ECAB-62BE-4E34-BA75-236D895D45D4}" dt="2025-06-17T13:39:27.227" v="4069" actId="20577"/>
          <ac:spMkLst>
            <pc:docMk/>
            <pc:sldMk cId="856509190" sldId="844"/>
            <ac:spMk id="2" creationId="{632FAB08-5DCB-E53B-6820-4FF59FCA77BF}"/>
          </ac:spMkLst>
        </pc:spChg>
        <pc:spChg chg="mod">
          <ac:chgData name="Eric Vertina" userId="c8fa19b5686b7715" providerId="LiveId" clId="{4272ECAB-62BE-4E34-BA75-236D895D45D4}" dt="2025-06-17T13:39:45.587" v="4140" actId="20577"/>
          <ac:spMkLst>
            <pc:docMk/>
            <pc:sldMk cId="856509190" sldId="844"/>
            <ac:spMk id="3" creationId="{62455AE4-63A8-BCF9-EE6B-D55AA373F1CF}"/>
          </ac:spMkLst>
        </pc:spChg>
      </pc:sldChg>
      <pc:sldChg chg="addSp modSp new">
        <pc:chgData name="Eric Vertina" userId="c8fa19b5686b7715" providerId="LiveId" clId="{4272ECAB-62BE-4E34-BA75-236D895D45D4}" dt="2025-06-17T13:52:03.842" v="4177"/>
        <pc:sldMkLst>
          <pc:docMk/>
          <pc:sldMk cId="595459570" sldId="845"/>
        </pc:sldMkLst>
        <pc:picChg chg="add mod">
          <ac:chgData name="Eric Vertina" userId="c8fa19b5686b7715" providerId="LiveId" clId="{4272ECAB-62BE-4E34-BA75-236D895D45D4}" dt="2025-06-17T13:52:03.842" v="4177"/>
          <ac:picMkLst>
            <pc:docMk/>
            <pc:sldMk cId="595459570" sldId="845"/>
            <ac:picMk id="28" creationId="{E3F15D71-2D1B-1156-07AE-A60958345CF4}"/>
          </ac:picMkLst>
        </pc:picChg>
      </pc:sldChg>
      <pc:sldChg chg="addSp modSp new">
        <pc:chgData name="Eric Vertina" userId="c8fa19b5686b7715" providerId="LiveId" clId="{4272ECAB-62BE-4E34-BA75-236D895D45D4}" dt="2025-06-17T13:52:12.857" v="4186"/>
        <pc:sldMkLst>
          <pc:docMk/>
          <pc:sldMk cId="2864881368" sldId="846"/>
        </pc:sldMkLst>
        <pc:picChg chg="add mod">
          <ac:chgData name="Eric Vertina" userId="c8fa19b5686b7715" providerId="LiveId" clId="{4272ECAB-62BE-4E34-BA75-236D895D45D4}" dt="2025-06-17T13:52:12.857" v="4186"/>
          <ac:picMkLst>
            <pc:docMk/>
            <pc:sldMk cId="2864881368" sldId="846"/>
            <ac:picMk id="26" creationId="{24672976-FDF7-62FD-94BC-A0DB19DC5C9E}"/>
          </ac:picMkLst>
        </pc:picChg>
      </pc:sldChg>
      <pc:sldChg chg="addSp modSp new">
        <pc:chgData name="Eric Vertina" userId="c8fa19b5686b7715" providerId="LiveId" clId="{4272ECAB-62BE-4E34-BA75-236D895D45D4}" dt="2025-06-17T13:52:16.698" v="4188"/>
        <pc:sldMkLst>
          <pc:docMk/>
          <pc:sldMk cId="3331340750" sldId="847"/>
        </pc:sldMkLst>
        <pc:picChg chg="add mod">
          <ac:chgData name="Eric Vertina" userId="c8fa19b5686b7715" providerId="LiveId" clId="{4272ECAB-62BE-4E34-BA75-236D895D45D4}" dt="2025-06-17T13:52:16.698" v="4188"/>
          <ac:picMkLst>
            <pc:docMk/>
            <pc:sldMk cId="3331340750" sldId="847"/>
            <ac:picMk id="24" creationId="{FA980166-C862-ACDA-DAE3-9900BFCB47EC}"/>
          </ac:picMkLst>
        </pc:picChg>
      </pc:sldChg>
      <pc:sldChg chg="addSp modSp new">
        <pc:chgData name="Eric Vertina" userId="c8fa19b5686b7715" providerId="LiveId" clId="{4272ECAB-62BE-4E34-BA75-236D895D45D4}" dt="2025-06-17T13:52:22.971" v="4190"/>
        <pc:sldMkLst>
          <pc:docMk/>
          <pc:sldMk cId="14378784" sldId="848"/>
        </pc:sldMkLst>
        <pc:picChg chg="add mod">
          <ac:chgData name="Eric Vertina" userId="c8fa19b5686b7715" providerId="LiveId" clId="{4272ECAB-62BE-4E34-BA75-236D895D45D4}" dt="2025-06-17T13:52:22.971" v="4190"/>
          <ac:picMkLst>
            <pc:docMk/>
            <pc:sldMk cId="14378784" sldId="848"/>
            <ac:picMk id="22" creationId="{A5214901-B940-5238-8F34-43AD77B5A59A}"/>
          </ac:picMkLst>
        </pc:picChg>
      </pc:sldChg>
      <pc:sldChg chg="addSp modSp new">
        <pc:chgData name="Eric Vertina" userId="c8fa19b5686b7715" providerId="LiveId" clId="{4272ECAB-62BE-4E34-BA75-236D895D45D4}" dt="2025-06-17T13:52:30.682" v="4193"/>
        <pc:sldMkLst>
          <pc:docMk/>
          <pc:sldMk cId="255913464" sldId="849"/>
        </pc:sldMkLst>
        <pc:picChg chg="add mod">
          <ac:chgData name="Eric Vertina" userId="c8fa19b5686b7715" providerId="LiveId" clId="{4272ECAB-62BE-4E34-BA75-236D895D45D4}" dt="2025-06-17T13:52:30.682" v="4193"/>
          <ac:picMkLst>
            <pc:docMk/>
            <pc:sldMk cId="255913464" sldId="849"/>
            <ac:picMk id="20" creationId="{17199973-5562-33F5-09B6-22CCF763F8FA}"/>
          </ac:picMkLst>
        </pc:picChg>
      </pc:sldChg>
      <pc:sldChg chg="new del">
        <pc:chgData name="Eric Vertina" userId="c8fa19b5686b7715" providerId="LiveId" clId="{4272ECAB-62BE-4E34-BA75-236D895D45D4}" dt="2025-06-17T13:52:57.433" v="4205" actId="47"/>
        <pc:sldMkLst>
          <pc:docMk/>
          <pc:sldMk cId="1319488259" sldId="850"/>
        </pc:sldMkLst>
      </pc:sldChg>
      <pc:sldChg chg="new del">
        <pc:chgData name="Eric Vertina" userId="c8fa19b5686b7715" providerId="LiveId" clId="{4272ECAB-62BE-4E34-BA75-236D895D45D4}" dt="2025-06-17T13:52:56.829" v="4204" actId="47"/>
        <pc:sldMkLst>
          <pc:docMk/>
          <pc:sldMk cId="2162364802" sldId="851"/>
        </pc:sldMkLst>
      </pc:sldChg>
      <pc:sldChg chg="new del">
        <pc:chgData name="Eric Vertina" userId="c8fa19b5686b7715" providerId="LiveId" clId="{4272ECAB-62BE-4E34-BA75-236D895D45D4}" dt="2025-06-17T13:52:56.056" v="4203" actId="47"/>
        <pc:sldMkLst>
          <pc:docMk/>
          <pc:sldMk cId="2674337746" sldId="852"/>
        </pc:sldMkLst>
      </pc:sldChg>
      <pc:sldChg chg="addSp modSp new">
        <pc:chgData name="Eric Vertina" userId="c8fa19b5686b7715" providerId="LiveId" clId="{4272ECAB-62BE-4E34-BA75-236D895D45D4}" dt="2025-06-17T13:52:45.747" v="4200"/>
        <pc:sldMkLst>
          <pc:docMk/>
          <pc:sldMk cId="64627163" sldId="853"/>
        </pc:sldMkLst>
        <pc:picChg chg="add mod">
          <ac:chgData name="Eric Vertina" userId="c8fa19b5686b7715" providerId="LiveId" clId="{4272ECAB-62BE-4E34-BA75-236D895D45D4}" dt="2025-06-17T13:52:45.747" v="4200"/>
          <ac:picMkLst>
            <pc:docMk/>
            <pc:sldMk cId="64627163" sldId="853"/>
            <ac:picMk id="16" creationId="{89B7392F-F2EE-E573-32B0-0F22384BF8EF}"/>
          </ac:picMkLst>
        </pc:picChg>
      </pc:sldChg>
      <pc:sldChg chg="addSp modSp new">
        <pc:chgData name="Eric Vertina" userId="c8fa19b5686b7715" providerId="LiveId" clId="{4272ECAB-62BE-4E34-BA75-236D895D45D4}" dt="2025-06-17T13:52:42.475" v="4198"/>
        <pc:sldMkLst>
          <pc:docMk/>
          <pc:sldMk cId="2309248980" sldId="854"/>
        </pc:sldMkLst>
        <pc:picChg chg="add mod">
          <ac:chgData name="Eric Vertina" userId="c8fa19b5686b7715" providerId="LiveId" clId="{4272ECAB-62BE-4E34-BA75-236D895D45D4}" dt="2025-06-17T13:52:42.475" v="4198"/>
          <ac:picMkLst>
            <pc:docMk/>
            <pc:sldMk cId="2309248980" sldId="854"/>
            <ac:picMk id="18" creationId="{79E37240-48C6-11A5-97EF-A319CB18A854}"/>
          </ac:picMkLst>
        </pc:picChg>
      </pc:sldChg>
      <pc:sldChg chg="addSp modSp new">
        <pc:chgData name="Eric Vertina" userId="c8fa19b5686b7715" providerId="LiveId" clId="{4272ECAB-62BE-4E34-BA75-236D895D45D4}" dt="2025-06-17T13:52:48.788" v="4202"/>
        <pc:sldMkLst>
          <pc:docMk/>
          <pc:sldMk cId="3700582610" sldId="855"/>
        </pc:sldMkLst>
        <pc:picChg chg="add mod">
          <ac:chgData name="Eric Vertina" userId="c8fa19b5686b7715" providerId="LiveId" clId="{4272ECAB-62BE-4E34-BA75-236D895D45D4}" dt="2025-06-17T13:52:48.788" v="4202"/>
          <ac:picMkLst>
            <pc:docMk/>
            <pc:sldMk cId="3700582610" sldId="855"/>
            <ac:picMk id="14" creationId="{A54710F2-B35B-5311-DD46-9311F4BB7204}"/>
          </ac:picMkLst>
        </pc:picChg>
      </pc:sldChg>
      <pc:sldChg chg="addSp modSp new">
        <pc:chgData name="Eric Vertina" userId="c8fa19b5686b7715" providerId="LiveId" clId="{4272ECAB-62BE-4E34-BA75-236D895D45D4}" dt="2025-06-17T13:53:39.968" v="4220"/>
        <pc:sldMkLst>
          <pc:docMk/>
          <pc:sldMk cId="4112778692" sldId="856"/>
        </pc:sldMkLst>
        <pc:picChg chg="add mod">
          <ac:chgData name="Eric Vertina" userId="c8fa19b5686b7715" providerId="LiveId" clId="{4272ECAB-62BE-4E34-BA75-236D895D45D4}" dt="2025-06-17T13:53:39.968" v="4220"/>
          <ac:picMkLst>
            <pc:docMk/>
            <pc:sldMk cId="4112778692" sldId="856"/>
            <ac:picMk id="10" creationId="{FD8C1A8A-FA1B-0E43-EEA4-42DEB9FB427F}"/>
          </ac:picMkLst>
        </pc:picChg>
      </pc:sldChg>
      <pc:sldChg chg="new del">
        <pc:chgData name="Eric Vertina" userId="c8fa19b5686b7715" providerId="LiveId" clId="{4272ECAB-62BE-4E34-BA75-236D895D45D4}" dt="2025-06-17T13:53:51.802" v="4224" actId="47"/>
        <pc:sldMkLst>
          <pc:docMk/>
          <pc:sldMk cId="2401714753" sldId="857"/>
        </pc:sldMkLst>
      </pc:sldChg>
      <pc:sldChg chg="new del">
        <pc:chgData name="Eric Vertina" userId="c8fa19b5686b7715" providerId="LiveId" clId="{4272ECAB-62BE-4E34-BA75-236D895D45D4}" dt="2025-06-17T13:53:51.802" v="4224" actId="47"/>
        <pc:sldMkLst>
          <pc:docMk/>
          <pc:sldMk cId="4285705293" sldId="858"/>
        </pc:sldMkLst>
      </pc:sldChg>
      <pc:sldChg chg="addSp modSp new">
        <pc:chgData name="Eric Vertina" userId="c8fa19b5686b7715" providerId="LiveId" clId="{4272ECAB-62BE-4E34-BA75-236D895D45D4}" dt="2025-06-17T13:53:36.275" v="4218"/>
        <pc:sldMkLst>
          <pc:docMk/>
          <pc:sldMk cId="806689741" sldId="859"/>
        </pc:sldMkLst>
        <pc:picChg chg="add mod">
          <ac:chgData name="Eric Vertina" userId="c8fa19b5686b7715" providerId="LiveId" clId="{4272ECAB-62BE-4E34-BA75-236D895D45D4}" dt="2025-06-17T13:53:36.275" v="4218"/>
          <ac:picMkLst>
            <pc:docMk/>
            <pc:sldMk cId="806689741" sldId="859"/>
            <ac:picMk id="12" creationId="{0270D360-3812-13AD-41CF-8B5799599705}"/>
          </ac:picMkLst>
        </pc:picChg>
      </pc:sldChg>
      <pc:sldChg chg="addSp delSp modSp new del mod">
        <pc:chgData name="Eric Vertina" userId="c8fa19b5686b7715" providerId="LiveId" clId="{4272ECAB-62BE-4E34-BA75-236D895D45D4}" dt="2025-06-17T14:01:43.436" v="4387" actId="47"/>
        <pc:sldMkLst>
          <pc:docMk/>
          <pc:sldMk cId="1689119552" sldId="860"/>
        </pc:sldMkLst>
      </pc:sldChg>
      <pc:sldChg chg="new del">
        <pc:chgData name="Eric Vertina" userId="c8fa19b5686b7715" providerId="LiveId" clId="{4272ECAB-62BE-4E34-BA75-236D895D45D4}" dt="2025-06-17T13:53:45.433" v="4222" actId="47"/>
        <pc:sldMkLst>
          <pc:docMk/>
          <pc:sldMk cId="3894978641" sldId="860"/>
        </pc:sldMkLst>
      </pc:sldChg>
      <pc:sldChg chg="new del">
        <pc:chgData name="Eric Vertina" userId="c8fa19b5686b7715" providerId="LiveId" clId="{4272ECAB-62BE-4E34-BA75-236D895D45D4}" dt="2025-06-17T14:49:09.363" v="4533" actId="47"/>
        <pc:sldMkLst>
          <pc:docMk/>
          <pc:sldMk cId="3139013118" sldId="861"/>
        </pc:sldMkLst>
      </pc:sldChg>
      <pc:sldChg chg="new del">
        <pc:chgData name="Eric Vertina" userId="c8fa19b5686b7715" providerId="LiveId" clId="{4272ECAB-62BE-4E34-BA75-236D895D45D4}" dt="2025-06-17T13:53:46.946" v="4223" actId="47"/>
        <pc:sldMkLst>
          <pc:docMk/>
          <pc:sldMk cId="3677803724" sldId="861"/>
        </pc:sldMkLst>
      </pc:sldChg>
      <pc:sldChg chg="new del">
        <pc:chgData name="Eric Vertina" userId="c8fa19b5686b7715" providerId="LiveId" clId="{4272ECAB-62BE-4E34-BA75-236D895D45D4}" dt="2025-06-17T14:00:59.971" v="4380" actId="47"/>
        <pc:sldMkLst>
          <pc:docMk/>
          <pc:sldMk cId="1670951350" sldId="862"/>
        </pc:sldMkLst>
      </pc:sldChg>
      <pc:sldChg chg="new del">
        <pc:chgData name="Eric Vertina" userId="c8fa19b5686b7715" providerId="LiveId" clId="{4272ECAB-62BE-4E34-BA75-236D895D45D4}" dt="2025-06-17T13:53:51.802" v="4224" actId="47"/>
        <pc:sldMkLst>
          <pc:docMk/>
          <pc:sldMk cId="2458813421" sldId="862"/>
        </pc:sldMkLst>
      </pc:sldChg>
      <pc:sldChg chg="new del">
        <pc:chgData name="Eric Vertina" userId="c8fa19b5686b7715" providerId="LiveId" clId="{4272ECAB-62BE-4E34-BA75-236D895D45D4}" dt="2025-06-17T13:53:51.802" v="4224" actId="47"/>
        <pc:sldMkLst>
          <pc:docMk/>
          <pc:sldMk cId="1813473985" sldId="863"/>
        </pc:sldMkLst>
      </pc:sldChg>
      <pc:sldChg chg="addSp delSp modSp new del mod">
        <pc:chgData name="Eric Vertina" userId="c8fa19b5686b7715" providerId="LiveId" clId="{4272ECAB-62BE-4E34-BA75-236D895D45D4}" dt="2025-06-17T14:04:26.915" v="4439" actId="47"/>
        <pc:sldMkLst>
          <pc:docMk/>
          <pc:sldMk cId="4291169162" sldId="863"/>
        </pc:sldMkLst>
      </pc:sldChg>
      <pc:sldChg chg="addSp delSp modSp new del mod">
        <pc:chgData name="Eric Vertina" userId="c8fa19b5686b7715" providerId="LiveId" clId="{4272ECAB-62BE-4E34-BA75-236D895D45D4}" dt="2025-06-17T14:04:27.568" v="4440" actId="47"/>
        <pc:sldMkLst>
          <pc:docMk/>
          <pc:sldMk cId="324047582" sldId="864"/>
        </pc:sldMkLst>
      </pc:sldChg>
      <pc:sldChg chg="new del">
        <pc:chgData name="Eric Vertina" userId="c8fa19b5686b7715" providerId="LiveId" clId="{4272ECAB-62BE-4E34-BA75-236D895D45D4}" dt="2025-06-17T13:53:51.802" v="4224" actId="47"/>
        <pc:sldMkLst>
          <pc:docMk/>
          <pc:sldMk cId="3853440115" sldId="864"/>
        </pc:sldMkLst>
      </pc:sldChg>
      <pc:sldChg chg="addSp delSp modSp new del mod">
        <pc:chgData name="Eric Vertina" userId="c8fa19b5686b7715" providerId="LiveId" clId="{4272ECAB-62BE-4E34-BA75-236D895D45D4}" dt="2025-06-17T14:04:27.993" v="4441" actId="47"/>
        <pc:sldMkLst>
          <pc:docMk/>
          <pc:sldMk cId="1077813471" sldId="865"/>
        </pc:sldMkLst>
      </pc:sldChg>
      <pc:sldChg chg="new del">
        <pc:chgData name="Eric Vertina" userId="c8fa19b5686b7715" providerId="LiveId" clId="{4272ECAB-62BE-4E34-BA75-236D895D45D4}" dt="2025-06-17T13:53:51.802" v="4224" actId="47"/>
        <pc:sldMkLst>
          <pc:docMk/>
          <pc:sldMk cId="3098203995" sldId="865"/>
        </pc:sldMkLst>
      </pc:sldChg>
      <pc:sldChg chg="new del">
        <pc:chgData name="Eric Vertina" userId="c8fa19b5686b7715" providerId="LiveId" clId="{4272ECAB-62BE-4E34-BA75-236D895D45D4}" dt="2025-06-17T13:53:51.802" v="4224" actId="47"/>
        <pc:sldMkLst>
          <pc:docMk/>
          <pc:sldMk cId="1279482156" sldId="866"/>
        </pc:sldMkLst>
      </pc:sldChg>
      <pc:sldChg chg="addSp delSp modSp new del mod">
        <pc:chgData name="Eric Vertina" userId="c8fa19b5686b7715" providerId="LiveId" clId="{4272ECAB-62BE-4E34-BA75-236D895D45D4}" dt="2025-06-17T14:04:28.496" v="4442" actId="47"/>
        <pc:sldMkLst>
          <pc:docMk/>
          <pc:sldMk cId="1597901601" sldId="866"/>
        </pc:sldMkLst>
      </pc:sldChg>
      <pc:sldChg chg="addSp delSp modSp new del mod">
        <pc:chgData name="Eric Vertina" userId="c8fa19b5686b7715" providerId="LiveId" clId="{4272ECAB-62BE-4E34-BA75-236D895D45D4}" dt="2025-06-17T14:04:33.096" v="4443" actId="47"/>
        <pc:sldMkLst>
          <pc:docMk/>
          <pc:sldMk cId="395298976" sldId="867"/>
        </pc:sldMkLst>
      </pc:sldChg>
      <pc:sldChg chg="addSp delSp modSp new del mod">
        <pc:chgData name="Eric Vertina" userId="c8fa19b5686b7715" providerId="LiveId" clId="{4272ECAB-62BE-4E34-BA75-236D895D45D4}" dt="2025-06-17T14:04:33.096" v="4443" actId="47"/>
        <pc:sldMkLst>
          <pc:docMk/>
          <pc:sldMk cId="2764592386" sldId="868"/>
        </pc:sldMkLst>
      </pc:sldChg>
      <pc:sldChg chg="addSp delSp modSp new del mod">
        <pc:chgData name="Eric Vertina" userId="c8fa19b5686b7715" providerId="LiveId" clId="{4272ECAB-62BE-4E34-BA75-236D895D45D4}" dt="2025-06-17T14:04:33.096" v="4443" actId="47"/>
        <pc:sldMkLst>
          <pc:docMk/>
          <pc:sldMk cId="3113777706" sldId="869"/>
        </pc:sldMkLst>
      </pc:sldChg>
      <pc:sldChg chg="addSp delSp modSp new del mod">
        <pc:chgData name="Eric Vertina" userId="c8fa19b5686b7715" providerId="LiveId" clId="{4272ECAB-62BE-4E34-BA75-236D895D45D4}" dt="2025-06-17T14:04:33.096" v="4443" actId="47"/>
        <pc:sldMkLst>
          <pc:docMk/>
          <pc:sldMk cId="841886554" sldId="870"/>
        </pc:sldMkLst>
      </pc:sldChg>
      <pc:sldChg chg="new">
        <pc:chgData name="Eric Vertina" userId="c8fa19b5686b7715" providerId="LiveId" clId="{4272ECAB-62BE-4E34-BA75-236D895D45D4}" dt="2025-06-17T13:54:29.147" v="4236" actId="680"/>
        <pc:sldMkLst>
          <pc:docMk/>
          <pc:sldMk cId="3611413937" sldId="871"/>
        </pc:sldMkLst>
      </pc:sldChg>
      <pc:sldChg chg="new del">
        <pc:chgData name="Eric Vertina" userId="c8fa19b5686b7715" providerId="LiveId" clId="{4272ECAB-62BE-4E34-BA75-236D895D45D4}" dt="2025-06-17T14:04:33.096" v="4443" actId="47"/>
        <pc:sldMkLst>
          <pc:docMk/>
          <pc:sldMk cId="4145922165" sldId="872"/>
        </pc:sldMkLst>
      </pc:sldChg>
      <pc:sldChg chg="addSp delSp modSp new del mod ord">
        <pc:chgData name="Eric Vertina" userId="c8fa19b5686b7715" providerId="LiveId" clId="{4272ECAB-62BE-4E34-BA75-236D895D45D4}" dt="2025-06-17T14:02:05.800" v="4393" actId="47"/>
        <pc:sldMkLst>
          <pc:docMk/>
          <pc:sldMk cId="3890556702" sldId="873"/>
        </pc:sldMkLst>
      </pc:sldChg>
      <pc:sldChg chg="addSp modSp new mod">
        <pc:chgData name="Eric Vertina" userId="c8fa19b5686b7715" providerId="LiveId" clId="{4272ECAB-62BE-4E34-BA75-236D895D45D4}" dt="2025-06-17T14:01:22.031" v="4385" actId="1076"/>
        <pc:sldMkLst>
          <pc:docMk/>
          <pc:sldMk cId="2606220463" sldId="874"/>
        </pc:sldMkLst>
        <pc:picChg chg="add mod">
          <ac:chgData name="Eric Vertina" userId="c8fa19b5686b7715" providerId="LiveId" clId="{4272ECAB-62BE-4E34-BA75-236D895D45D4}" dt="2025-06-17T14:01:22.031" v="4385" actId="1076"/>
          <ac:picMkLst>
            <pc:docMk/>
            <pc:sldMk cId="2606220463" sldId="874"/>
            <ac:picMk id="5" creationId="{BBEAE3DE-D5DD-0FAF-FBD2-9BDC6D4A70A7}"/>
          </ac:picMkLst>
        </pc:picChg>
        <pc:picChg chg="add mod">
          <ac:chgData name="Eric Vertina" userId="c8fa19b5686b7715" providerId="LiveId" clId="{4272ECAB-62BE-4E34-BA75-236D895D45D4}" dt="2025-06-17T14:01:18.956" v="4384" actId="1076"/>
          <ac:picMkLst>
            <pc:docMk/>
            <pc:sldMk cId="2606220463" sldId="874"/>
            <ac:picMk id="6" creationId="{F369F53C-F7B0-E9AF-A4CA-A74C1F209C0F}"/>
          </ac:picMkLst>
        </pc:picChg>
      </pc:sldChg>
      <pc:sldChg chg="addSp modSp new mod">
        <pc:chgData name="Eric Vertina" userId="c8fa19b5686b7715" providerId="LiveId" clId="{4272ECAB-62BE-4E34-BA75-236D895D45D4}" dt="2025-06-17T14:02:03.140" v="4392" actId="1076"/>
        <pc:sldMkLst>
          <pc:docMk/>
          <pc:sldMk cId="3941968322" sldId="875"/>
        </pc:sldMkLst>
        <pc:picChg chg="add mod">
          <ac:chgData name="Eric Vertina" userId="c8fa19b5686b7715" providerId="LiveId" clId="{4272ECAB-62BE-4E34-BA75-236D895D45D4}" dt="2025-06-17T14:01:56.008" v="4389"/>
          <ac:picMkLst>
            <pc:docMk/>
            <pc:sldMk cId="3941968322" sldId="875"/>
            <ac:picMk id="5" creationId="{7DAEF759-FC34-F214-9F51-B310B6C89085}"/>
          </ac:picMkLst>
        </pc:picChg>
        <pc:picChg chg="add mod">
          <ac:chgData name="Eric Vertina" userId="c8fa19b5686b7715" providerId="LiveId" clId="{4272ECAB-62BE-4E34-BA75-236D895D45D4}" dt="2025-06-17T14:02:03.140" v="4392" actId="1076"/>
          <ac:picMkLst>
            <pc:docMk/>
            <pc:sldMk cId="3941968322" sldId="875"/>
            <ac:picMk id="8" creationId="{7248706E-61CD-09CF-A157-69171E709178}"/>
          </ac:picMkLst>
        </pc:picChg>
      </pc:sldChg>
      <pc:sldChg chg="addSp modSp new del">
        <pc:chgData name="Eric Vertina" userId="c8fa19b5686b7715" providerId="LiveId" clId="{4272ECAB-62BE-4E34-BA75-236D895D45D4}" dt="2025-06-17T14:01:36.666" v="4386" actId="47"/>
        <pc:sldMkLst>
          <pc:docMk/>
          <pc:sldMk cId="2124621499" sldId="876"/>
        </pc:sldMkLst>
      </pc:sldChg>
      <pc:sldChg chg="addSp delSp modSp new mod">
        <pc:chgData name="Eric Vertina" userId="c8fa19b5686b7715" providerId="LiveId" clId="{4272ECAB-62BE-4E34-BA75-236D895D45D4}" dt="2025-06-17T14:02:25.043" v="4399" actId="1076"/>
        <pc:sldMkLst>
          <pc:docMk/>
          <pc:sldMk cId="3259233104" sldId="877"/>
        </pc:sldMkLst>
        <pc:spChg chg="add mod">
          <ac:chgData name="Eric Vertina" userId="c8fa19b5686b7715" providerId="LiveId" clId="{4272ECAB-62BE-4E34-BA75-236D895D45D4}" dt="2025-06-17T14:01:59.237" v="4390" actId="21"/>
          <ac:spMkLst>
            <pc:docMk/>
            <pc:sldMk cId="3259233104" sldId="877"/>
            <ac:spMk id="6" creationId="{D5D5EFBF-3758-3D6C-306A-C968879AEDE7}"/>
          </ac:spMkLst>
        </pc:spChg>
        <pc:picChg chg="add mod">
          <ac:chgData name="Eric Vertina" userId="c8fa19b5686b7715" providerId="LiveId" clId="{4272ECAB-62BE-4E34-BA75-236D895D45D4}" dt="2025-06-17T14:02:17.992" v="4396" actId="1076"/>
          <ac:picMkLst>
            <pc:docMk/>
            <pc:sldMk cId="3259233104" sldId="877"/>
            <ac:picMk id="7" creationId="{BBAE2D6F-1D25-14A8-456C-6A5207DAB055}"/>
          </ac:picMkLst>
        </pc:picChg>
        <pc:picChg chg="add mod">
          <ac:chgData name="Eric Vertina" userId="c8fa19b5686b7715" providerId="LiveId" clId="{4272ECAB-62BE-4E34-BA75-236D895D45D4}" dt="2025-06-17T14:02:25.043" v="4399" actId="1076"/>
          <ac:picMkLst>
            <pc:docMk/>
            <pc:sldMk cId="3259233104" sldId="877"/>
            <ac:picMk id="10" creationId="{3FA27C0E-A0EF-BA5C-BDBA-8B606D53272C}"/>
          </ac:picMkLst>
        </pc:picChg>
      </pc:sldChg>
      <pc:sldChg chg="addSp delSp modSp new mod">
        <pc:chgData name="Eric Vertina" userId="c8fa19b5686b7715" providerId="LiveId" clId="{4272ECAB-62BE-4E34-BA75-236D895D45D4}" dt="2025-06-17T14:02:39.476" v="4405" actId="1076"/>
        <pc:sldMkLst>
          <pc:docMk/>
          <pc:sldMk cId="831162914" sldId="878"/>
        </pc:sldMkLst>
        <pc:picChg chg="add mod">
          <ac:chgData name="Eric Vertina" userId="c8fa19b5686b7715" providerId="LiveId" clId="{4272ECAB-62BE-4E34-BA75-236D895D45D4}" dt="2025-06-17T14:02:33.428" v="4402" actId="1076"/>
          <ac:picMkLst>
            <pc:docMk/>
            <pc:sldMk cId="831162914" sldId="878"/>
            <ac:picMk id="7" creationId="{632E1AAF-D9E0-C95F-6C83-071AA6BE93CB}"/>
          </ac:picMkLst>
        </pc:picChg>
        <pc:picChg chg="add mod">
          <ac:chgData name="Eric Vertina" userId="c8fa19b5686b7715" providerId="LiveId" clId="{4272ECAB-62BE-4E34-BA75-236D895D45D4}" dt="2025-06-17T14:02:39.476" v="4405" actId="1076"/>
          <ac:picMkLst>
            <pc:docMk/>
            <pc:sldMk cId="831162914" sldId="878"/>
            <ac:picMk id="12" creationId="{5A2B1103-0BD6-578A-8D10-D5D8F054BB3A}"/>
          </ac:picMkLst>
        </pc:picChg>
      </pc:sldChg>
      <pc:sldChg chg="addSp delSp modSp new mod">
        <pc:chgData name="Eric Vertina" userId="c8fa19b5686b7715" providerId="LiveId" clId="{4272ECAB-62BE-4E34-BA75-236D895D45D4}" dt="2025-06-17T14:03:04.957" v="4413" actId="1076"/>
        <pc:sldMkLst>
          <pc:docMk/>
          <pc:sldMk cId="2717672547" sldId="879"/>
        </pc:sldMkLst>
        <pc:spChg chg="add mod">
          <ac:chgData name="Eric Vertina" userId="c8fa19b5686b7715" providerId="LiveId" clId="{4272ECAB-62BE-4E34-BA75-236D895D45D4}" dt="2025-06-17T14:02:35.536" v="4403" actId="21"/>
          <ac:spMkLst>
            <pc:docMk/>
            <pc:sldMk cId="2717672547" sldId="879"/>
            <ac:spMk id="6" creationId="{FA88D761-DF45-F606-B186-00D405E09E64}"/>
          </ac:spMkLst>
        </pc:spChg>
        <pc:picChg chg="add mod">
          <ac:chgData name="Eric Vertina" userId="c8fa19b5686b7715" providerId="LiveId" clId="{4272ECAB-62BE-4E34-BA75-236D895D45D4}" dt="2025-06-17T14:02:57.986" v="4410" actId="1076"/>
          <ac:picMkLst>
            <pc:docMk/>
            <pc:sldMk cId="2717672547" sldId="879"/>
            <ac:picMk id="7" creationId="{9B536C93-4272-B442-D38D-F6C63636B692}"/>
          </ac:picMkLst>
        </pc:picChg>
        <pc:picChg chg="add mod">
          <ac:chgData name="Eric Vertina" userId="c8fa19b5686b7715" providerId="LiveId" clId="{4272ECAB-62BE-4E34-BA75-236D895D45D4}" dt="2025-06-17T14:03:04.957" v="4413" actId="1076"/>
          <ac:picMkLst>
            <pc:docMk/>
            <pc:sldMk cId="2717672547" sldId="879"/>
            <ac:picMk id="14" creationId="{3ED8413A-C7A1-3DF4-03CA-4F8C5805DDAA}"/>
          </ac:picMkLst>
        </pc:picChg>
      </pc:sldChg>
      <pc:sldChg chg="addSp delSp modSp new mod">
        <pc:chgData name="Eric Vertina" userId="c8fa19b5686b7715" providerId="LiveId" clId="{4272ECAB-62BE-4E34-BA75-236D895D45D4}" dt="2025-06-17T14:03:21.128" v="4419" actId="1076"/>
        <pc:sldMkLst>
          <pc:docMk/>
          <pc:sldMk cId="219312763" sldId="880"/>
        </pc:sldMkLst>
        <pc:spChg chg="add mod">
          <ac:chgData name="Eric Vertina" userId="c8fa19b5686b7715" providerId="LiveId" clId="{4272ECAB-62BE-4E34-BA75-236D895D45D4}" dt="2025-06-17T14:03:00.633" v="4411" actId="21"/>
          <ac:spMkLst>
            <pc:docMk/>
            <pc:sldMk cId="219312763" sldId="880"/>
            <ac:spMk id="8" creationId="{D5C90C66-D718-FAB5-1259-AF3029EAB493}"/>
          </ac:spMkLst>
        </pc:spChg>
        <pc:picChg chg="add mod">
          <ac:chgData name="Eric Vertina" userId="c8fa19b5686b7715" providerId="LiveId" clId="{4272ECAB-62BE-4E34-BA75-236D895D45D4}" dt="2025-06-17T14:03:15.498" v="4416" actId="1076"/>
          <ac:picMkLst>
            <pc:docMk/>
            <pc:sldMk cId="219312763" sldId="880"/>
            <ac:picMk id="9" creationId="{92CABFD6-7BEE-9467-4227-1442167A1699}"/>
          </ac:picMkLst>
        </pc:picChg>
        <pc:picChg chg="add mod">
          <ac:chgData name="Eric Vertina" userId="c8fa19b5686b7715" providerId="LiveId" clId="{4272ECAB-62BE-4E34-BA75-236D895D45D4}" dt="2025-06-17T14:03:21.128" v="4419" actId="1076"/>
          <ac:picMkLst>
            <pc:docMk/>
            <pc:sldMk cId="219312763" sldId="880"/>
            <ac:picMk id="16" creationId="{88965B9B-50C8-A95C-673E-EA1C83EEE531}"/>
          </ac:picMkLst>
        </pc:picChg>
      </pc:sldChg>
      <pc:sldChg chg="addSp delSp modSp new mod">
        <pc:chgData name="Eric Vertina" userId="c8fa19b5686b7715" providerId="LiveId" clId="{4272ECAB-62BE-4E34-BA75-236D895D45D4}" dt="2025-06-17T14:03:36.078" v="4425" actId="1076"/>
        <pc:sldMkLst>
          <pc:docMk/>
          <pc:sldMk cId="1632300660" sldId="881"/>
        </pc:sldMkLst>
        <pc:spChg chg="add mod">
          <ac:chgData name="Eric Vertina" userId="c8fa19b5686b7715" providerId="LiveId" clId="{4272ECAB-62BE-4E34-BA75-236D895D45D4}" dt="2025-06-17T14:03:17.718" v="4417" actId="21"/>
          <ac:spMkLst>
            <pc:docMk/>
            <pc:sldMk cId="1632300660" sldId="881"/>
            <ac:spMk id="6" creationId="{E487AD7A-66DB-E133-4AD6-E0AD55FE779D}"/>
          </ac:spMkLst>
        </pc:spChg>
        <pc:picChg chg="add mod">
          <ac:chgData name="Eric Vertina" userId="c8fa19b5686b7715" providerId="LiveId" clId="{4272ECAB-62BE-4E34-BA75-236D895D45D4}" dt="2025-06-17T14:03:29.509" v="4422" actId="1076"/>
          <ac:picMkLst>
            <pc:docMk/>
            <pc:sldMk cId="1632300660" sldId="881"/>
            <ac:picMk id="7" creationId="{E93AF47E-5470-A05B-4604-95F2AE10B7CF}"/>
          </ac:picMkLst>
        </pc:picChg>
        <pc:picChg chg="add mod">
          <ac:chgData name="Eric Vertina" userId="c8fa19b5686b7715" providerId="LiveId" clId="{4272ECAB-62BE-4E34-BA75-236D895D45D4}" dt="2025-06-17T14:03:36.078" v="4425" actId="1076"/>
          <ac:picMkLst>
            <pc:docMk/>
            <pc:sldMk cId="1632300660" sldId="881"/>
            <ac:picMk id="18" creationId="{9ADF175D-1C91-D00F-01CF-1864527706E8}"/>
          </ac:picMkLst>
        </pc:picChg>
      </pc:sldChg>
      <pc:sldChg chg="addSp delSp modSp new mod">
        <pc:chgData name="Eric Vertina" userId="c8fa19b5686b7715" providerId="LiveId" clId="{4272ECAB-62BE-4E34-BA75-236D895D45D4}" dt="2025-06-17T14:03:48.797" v="4431" actId="1076"/>
        <pc:sldMkLst>
          <pc:docMk/>
          <pc:sldMk cId="230756780" sldId="882"/>
        </pc:sldMkLst>
        <pc:spChg chg="add mod">
          <ac:chgData name="Eric Vertina" userId="c8fa19b5686b7715" providerId="LiveId" clId="{4272ECAB-62BE-4E34-BA75-236D895D45D4}" dt="2025-06-17T14:03:31.578" v="4423" actId="21"/>
          <ac:spMkLst>
            <pc:docMk/>
            <pc:sldMk cId="230756780" sldId="882"/>
            <ac:spMk id="6" creationId="{4B52B98D-8887-1D9B-B87E-44287A743291}"/>
          </ac:spMkLst>
        </pc:spChg>
        <pc:picChg chg="add mod">
          <ac:chgData name="Eric Vertina" userId="c8fa19b5686b7715" providerId="LiveId" clId="{4272ECAB-62BE-4E34-BA75-236D895D45D4}" dt="2025-06-17T14:03:41.830" v="4428" actId="1076"/>
          <ac:picMkLst>
            <pc:docMk/>
            <pc:sldMk cId="230756780" sldId="882"/>
            <ac:picMk id="7" creationId="{4615B3A1-AC2A-1EFB-081A-A572F9509B12}"/>
          </ac:picMkLst>
        </pc:picChg>
        <pc:picChg chg="add mod">
          <ac:chgData name="Eric Vertina" userId="c8fa19b5686b7715" providerId="LiveId" clId="{4272ECAB-62BE-4E34-BA75-236D895D45D4}" dt="2025-06-17T14:03:48.797" v="4431" actId="1076"/>
          <ac:picMkLst>
            <pc:docMk/>
            <pc:sldMk cId="230756780" sldId="882"/>
            <ac:picMk id="20" creationId="{3F0E8FE5-D64A-59A8-916D-AEBD4D1CD460}"/>
          </ac:picMkLst>
        </pc:picChg>
      </pc:sldChg>
      <pc:sldChg chg="addSp delSp modSp new mod">
        <pc:chgData name="Eric Vertina" userId="c8fa19b5686b7715" providerId="LiveId" clId="{4272ECAB-62BE-4E34-BA75-236D895D45D4}" dt="2025-06-17T14:04:02.663" v="4438" actId="1076"/>
        <pc:sldMkLst>
          <pc:docMk/>
          <pc:sldMk cId="3326181148" sldId="883"/>
        </pc:sldMkLst>
        <pc:spChg chg="add mod">
          <ac:chgData name="Eric Vertina" userId="c8fa19b5686b7715" providerId="LiveId" clId="{4272ECAB-62BE-4E34-BA75-236D895D45D4}" dt="2025-06-17T14:03:44.032" v="4429" actId="21"/>
          <ac:spMkLst>
            <pc:docMk/>
            <pc:sldMk cId="3326181148" sldId="883"/>
            <ac:spMk id="6" creationId="{A3664BA8-DC2B-769D-8693-594416A4CEAE}"/>
          </ac:spMkLst>
        </pc:spChg>
        <pc:picChg chg="add mod">
          <ac:chgData name="Eric Vertina" userId="c8fa19b5686b7715" providerId="LiveId" clId="{4272ECAB-62BE-4E34-BA75-236D895D45D4}" dt="2025-06-17T14:03:55.416" v="4434" actId="1076"/>
          <ac:picMkLst>
            <pc:docMk/>
            <pc:sldMk cId="3326181148" sldId="883"/>
            <ac:picMk id="7" creationId="{3765A5CC-0771-0AED-0597-9D63C73A0614}"/>
          </ac:picMkLst>
        </pc:picChg>
        <pc:picChg chg="add mod">
          <ac:chgData name="Eric Vertina" userId="c8fa19b5686b7715" providerId="LiveId" clId="{4272ECAB-62BE-4E34-BA75-236D895D45D4}" dt="2025-06-17T14:04:02.663" v="4438" actId="1076"/>
          <ac:picMkLst>
            <pc:docMk/>
            <pc:sldMk cId="3326181148" sldId="883"/>
            <ac:picMk id="22" creationId="{29E316ED-91B0-332F-7A7A-9FBCB639CE5C}"/>
          </ac:picMkLst>
        </pc:picChg>
      </pc:sldChg>
      <pc:sldChg chg="addSp delSp modSp new del mod">
        <pc:chgData name="Eric Vertina" userId="c8fa19b5686b7715" providerId="LiveId" clId="{4272ECAB-62BE-4E34-BA75-236D895D45D4}" dt="2025-06-17T14:49:12.030" v="4534" actId="47"/>
        <pc:sldMkLst>
          <pc:docMk/>
          <pc:sldMk cId="4011403365" sldId="884"/>
        </pc:sldMkLst>
      </pc:sldChg>
      <pc:sldChg chg="new">
        <pc:chgData name="Eric Vertina" userId="c8fa19b5686b7715" providerId="LiveId" clId="{4272ECAB-62BE-4E34-BA75-236D895D45D4}" dt="2025-06-17T13:59:32.359" v="4359" actId="680"/>
        <pc:sldMkLst>
          <pc:docMk/>
          <pc:sldMk cId="511315468" sldId="885"/>
        </pc:sldMkLst>
      </pc:sldChg>
      <pc:sldChg chg="new del">
        <pc:chgData name="Eric Vertina" userId="c8fa19b5686b7715" providerId="LiveId" clId="{4272ECAB-62BE-4E34-BA75-236D895D45D4}" dt="2025-06-17T14:50:19.163" v="4543" actId="47"/>
        <pc:sldMkLst>
          <pc:docMk/>
          <pc:sldMk cId="1586091838" sldId="886"/>
        </pc:sldMkLst>
      </pc:sldChg>
      <pc:sldChg chg="new del">
        <pc:chgData name="Eric Vertina" userId="c8fa19b5686b7715" providerId="LiveId" clId="{4272ECAB-62BE-4E34-BA75-236D895D45D4}" dt="2025-06-17T14:50:18.093" v="4542" actId="47"/>
        <pc:sldMkLst>
          <pc:docMk/>
          <pc:sldMk cId="2014594927" sldId="887"/>
        </pc:sldMkLst>
      </pc:sldChg>
      <pc:sldChg chg="new del">
        <pc:chgData name="Eric Vertina" userId="c8fa19b5686b7715" providerId="LiveId" clId="{4272ECAB-62BE-4E34-BA75-236D895D45D4}" dt="2025-06-17T14:50:32.505" v="4547" actId="47"/>
        <pc:sldMkLst>
          <pc:docMk/>
          <pc:sldMk cId="1539880501" sldId="888"/>
        </pc:sldMkLst>
      </pc:sldChg>
      <pc:sldChg chg="modSp add mod">
        <pc:chgData name="Eric Vertina" userId="c8fa19b5686b7715" providerId="LiveId" clId="{4272ECAB-62BE-4E34-BA75-236D895D45D4}" dt="2025-06-17T14:50:27.827" v="4545" actId="20577"/>
        <pc:sldMkLst>
          <pc:docMk/>
          <pc:sldMk cId="1169243654" sldId="889"/>
        </pc:sldMkLst>
        <pc:spChg chg="mod">
          <ac:chgData name="Eric Vertina" userId="c8fa19b5686b7715" providerId="LiveId" clId="{4272ECAB-62BE-4E34-BA75-236D895D45D4}" dt="2025-06-17T14:50:27.827" v="4545" actId="20577"/>
          <ac:spMkLst>
            <pc:docMk/>
            <pc:sldMk cId="1169243654" sldId="889"/>
            <ac:spMk id="3" creationId="{46B7158E-D715-809D-2B1A-118E59B9EDE2}"/>
          </ac:spMkLst>
        </pc:spChg>
      </pc:sldChg>
      <pc:sldChg chg="add">
        <pc:chgData name="Eric Vertina" userId="c8fa19b5686b7715" providerId="LiveId" clId="{4272ECAB-62BE-4E34-BA75-236D895D45D4}" dt="2025-06-17T14:50:16.039" v="4540"/>
        <pc:sldMkLst>
          <pc:docMk/>
          <pc:sldMk cId="1798570002" sldId="890"/>
        </pc:sldMkLst>
      </pc:sldChg>
      <pc:sldChg chg="new del">
        <pc:chgData name="Eric Vertina" userId="c8fa19b5686b7715" providerId="LiveId" clId="{4272ECAB-62BE-4E34-BA75-236D895D45D4}" dt="2025-06-17T14:51:14.380" v="4561" actId="47"/>
        <pc:sldMkLst>
          <pc:docMk/>
          <pc:sldMk cId="963457614" sldId="891"/>
        </pc:sldMkLst>
      </pc:sldChg>
      <pc:sldChg chg="add del">
        <pc:chgData name="Eric Vertina" userId="c8fa19b5686b7715" providerId="LiveId" clId="{4272ECAB-62BE-4E34-BA75-236D895D45D4}" dt="2025-06-17T14:50:30.994" v="4546" actId="47"/>
        <pc:sldMkLst>
          <pc:docMk/>
          <pc:sldMk cId="2856224394" sldId="891"/>
        </pc:sldMkLst>
      </pc:sldChg>
      <pc:sldChg chg="new del">
        <pc:chgData name="Eric Vertina" userId="c8fa19b5686b7715" providerId="LiveId" clId="{4272ECAB-62BE-4E34-BA75-236D895D45D4}" dt="2025-06-17T14:51:14.845" v="4562" actId="47"/>
        <pc:sldMkLst>
          <pc:docMk/>
          <pc:sldMk cId="1969796734" sldId="892"/>
        </pc:sldMkLst>
      </pc:sldChg>
      <pc:sldChg chg="new del">
        <pc:chgData name="Eric Vertina" userId="c8fa19b5686b7715" providerId="LiveId" clId="{4272ECAB-62BE-4E34-BA75-236D895D45D4}" dt="2025-06-17T14:51:15.369" v="4563" actId="47"/>
        <pc:sldMkLst>
          <pc:docMk/>
          <pc:sldMk cId="3405695380" sldId="893"/>
        </pc:sldMkLst>
      </pc:sldChg>
      <pc:sldChg chg="new del">
        <pc:chgData name="Eric Vertina" userId="c8fa19b5686b7715" providerId="LiveId" clId="{4272ECAB-62BE-4E34-BA75-236D895D45D4}" dt="2025-06-17T14:51:15.794" v="4564" actId="47"/>
        <pc:sldMkLst>
          <pc:docMk/>
          <pc:sldMk cId="2459320486" sldId="894"/>
        </pc:sldMkLst>
      </pc:sldChg>
      <pc:sldChg chg="new del">
        <pc:chgData name="Eric Vertina" userId="c8fa19b5686b7715" providerId="LiveId" clId="{4272ECAB-62BE-4E34-BA75-236D895D45D4}" dt="2025-06-17T14:51:16.584" v="4565" actId="47"/>
        <pc:sldMkLst>
          <pc:docMk/>
          <pc:sldMk cId="1233815910" sldId="895"/>
        </pc:sldMkLst>
      </pc:sldChg>
      <pc:sldChg chg="modSp add mod">
        <pc:chgData name="Eric Vertina" userId="c8fa19b5686b7715" providerId="LiveId" clId="{4272ECAB-62BE-4E34-BA75-236D895D45D4}" dt="2025-06-17T14:50:55.656" v="4558" actId="20577"/>
        <pc:sldMkLst>
          <pc:docMk/>
          <pc:sldMk cId="194898004" sldId="896"/>
        </pc:sldMkLst>
        <pc:spChg chg="mod">
          <ac:chgData name="Eric Vertina" userId="c8fa19b5686b7715" providerId="LiveId" clId="{4272ECAB-62BE-4E34-BA75-236D895D45D4}" dt="2025-06-17T14:50:55.656" v="4558" actId="20577"/>
          <ac:spMkLst>
            <pc:docMk/>
            <pc:sldMk cId="194898004" sldId="896"/>
            <ac:spMk id="3" creationId="{287152B0-CD39-F5E7-F832-E37EBC707396}"/>
          </ac:spMkLst>
        </pc:spChg>
      </pc:sldChg>
      <pc:sldChg chg="modSp add mod">
        <pc:chgData name="Eric Vertina" userId="c8fa19b5686b7715" providerId="LiveId" clId="{4272ECAB-62BE-4E34-BA75-236D895D45D4}" dt="2025-06-17T14:51:03.553" v="4559" actId="20577"/>
        <pc:sldMkLst>
          <pc:docMk/>
          <pc:sldMk cId="1911486397" sldId="897"/>
        </pc:sldMkLst>
        <pc:spChg chg="mod">
          <ac:chgData name="Eric Vertina" userId="c8fa19b5686b7715" providerId="LiveId" clId="{4272ECAB-62BE-4E34-BA75-236D895D45D4}" dt="2025-06-17T14:51:03.553" v="4559" actId="20577"/>
          <ac:spMkLst>
            <pc:docMk/>
            <pc:sldMk cId="1911486397" sldId="897"/>
            <ac:spMk id="3" creationId="{D821F5B9-2D75-7AE7-9E35-69B41895BE0A}"/>
          </ac:spMkLst>
        </pc:spChg>
      </pc:sldChg>
      <pc:sldChg chg="modSp add mod">
        <pc:chgData name="Eric Vertina" userId="c8fa19b5686b7715" providerId="LiveId" clId="{4272ECAB-62BE-4E34-BA75-236D895D45D4}" dt="2025-06-17T14:51:09.551" v="4560" actId="20577"/>
        <pc:sldMkLst>
          <pc:docMk/>
          <pc:sldMk cId="41661179" sldId="898"/>
        </pc:sldMkLst>
        <pc:spChg chg="mod">
          <ac:chgData name="Eric Vertina" userId="c8fa19b5686b7715" providerId="LiveId" clId="{4272ECAB-62BE-4E34-BA75-236D895D45D4}" dt="2025-06-17T14:51:09.551" v="4560" actId="20577"/>
          <ac:spMkLst>
            <pc:docMk/>
            <pc:sldMk cId="41661179" sldId="898"/>
            <ac:spMk id="3" creationId="{5FBB4950-43BA-CD2B-FA2D-62C413392606}"/>
          </ac:spMkLst>
        </pc:spChg>
      </pc:sldChg>
      <pc:sldChg chg="add">
        <pc:chgData name="Eric Vertina" userId="c8fa19b5686b7715" providerId="LiveId" clId="{4272ECAB-62BE-4E34-BA75-236D895D45D4}" dt="2025-06-17T14:50:42.782" v="4556"/>
        <pc:sldMkLst>
          <pc:docMk/>
          <pc:sldMk cId="420352025" sldId="899"/>
        </pc:sldMkLst>
      </pc:sldChg>
      <pc:sldChg chg="modSp add mod">
        <pc:chgData name="Eric Vertina" userId="c8fa19b5686b7715" providerId="LiveId" clId="{4272ECAB-62BE-4E34-BA75-236D895D45D4}" dt="2025-06-17T14:52:58.566" v="4570" actId="20577"/>
        <pc:sldMkLst>
          <pc:docMk/>
          <pc:sldMk cId="1702143275" sldId="900"/>
        </pc:sldMkLst>
        <pc:spChg chg="mod">
          <ac:chgData name="Eric Vertina" userId="c8fa19b5686b7715" providerId="LiveId" clId="{4272ECAB-62BE-4E34-BA75-236D895D45D4}" dt="2025-06-17T14:52:58.566" v="4570" actId="20577"/>
          <ac:spMkLst>
            <pc:docMk/>
            <pc:sldMk cId="1702143275" sldId="900"/>
            <ac:spMk id="3" creationId="{AFF12729-F824-69FE-A50A-5471ABCFB5D7}"/>
          </ac:spMkLst>
        </pc:spChg>
      </pc:sldChg>
      <pc:sldChg chg="modSp add mod">
        <pc:chgData name="Eric Vertina" userId="c8fa19b5686b7715" providerId="LiveId" clId="{4272ECAB-62BE-4E34-BA75-236D895D45D4}" dt="2025-06-17T14:53:02.320" v="4571" actId="20577"/>
        <pc:sldMkLst>
          <pc:docMk/>
          <pc:sldMk cId="3968912778" sldId="901"/>
        </pc:sldMkLst>
        <pc:spChg chg="mod">
          <ac:chgData name="Eric Vertina" userId="c8fa19b5686b7715" providerId="LiveId" clId="{4272ECAB-62BE-4E34-BA75-236D895D45D4}" dt="2025-06-17T14:53:02.320" v="4571" actId="20577"/>
          <ac:spMkLst>
            <pc:docMk/>
            <pc:sldMk cId="3968912778" sldId="901"/>
            <ac:spMk id="3" creationId="{6E6A0AE9-A9C2-406E-88EC-6B1ADAE547D4}"/>
          </ac:spMkLst>
        </pc:spChg>
      </pc:sldChg>
      <pc:sldChg chg="add">
        <pc:chgData name="Eric Vertina" userId="c8fa19b5686b7715" providerId="LiveId" clId="{4272ECAB-62BE-4E34-BA75-236D895D45D4}" dt="2025-06-17T14:51:23.137" v="4568"/>
        <pc:sldMkLst>
          <pc:docMk/>
          <pc:sldMk cId="748731707" sldId="902"/>
        </pc:sldMkLst>
      </pc:sldChg>
      <pc:sldChg chg="add del">
        <pc:chgData name="Eric Vertina" userId="c8fa19b5686b7715" providerId="LiveId" clId="{4272ECAB-62BE-4E34-BA75-236D895D45D4}" dt="2025-06-17T14:53:07.473" v="4572" actId="47"/>
        <pc:sldMkLst>
          <pc:docMk/>
          <pc:sldMk cId="714037990" sldId="903"/>
        </pc:sldMkLst>
      </pc:sldChg>
      <pc:sldChg chg="modSp add mod">
        <pc:chgData name="Eric Vertina" userId="c8fa19b5686b7715" providerId="LiveId" clId="{4272ECAB-62BE-4E34-BA75-236D895D45D4}" dt="2025-06-17T14:53:25.132" v="4577" actId="20577"/>
        <pc:sldMkLst>
          <pc:docMk/>
          <pc:sldMk cId="1980773977" sldId="903"/>
        </pc:sldMkLst>
        <pc:spChg chg="mod">
          <ac:chgData name="Eric Vertina" userId="c8fa19b5686b7715" providerId="LiveId" clId="{4272ECAB-62BE-4E34-BA75-236D895D45D4}" dt="2025-06-17T14:53:25.132" v="4577" actId="20577"/>
          <ac:spMkLst>
            <pc:docMk/>
            <pc:sldMk cId="1980773977" sldId="903"/>
            <ac:spMk id="3" creationId="{9D8E8C7D-F777-2457-F9A5-9FAF47FBFFE8}"/>
          </ac:spMkLst>
        </pc:spChg>
      </pc:sldChg>
      <pc:sldChg chg="modSp add mod">
        <pc:chgData name="Eric Vertina" userId="c8fa19b5686b7715" providerId="LiveId" clId="{4272ECAB-62BE-4E34-BA75-236D895D45D4}" dt="2025-06-17T14:53:30.920" v="4578" actId="20577"/>
        <pc:sldMkLst>
          <pc:docMk/>
          <pc:sldMk cId="451743140" sldId="904"/>
        </pc:sldMkLst>
        <pc:spChg chg="mod">
          <ac:chgData name="Eric Vertina" userId="c8fa19b5686b7715" providerId="LiveId" clId="{4272ECAB-62BE-4E34-BA75-236D895D45D4}" dt="2025-06-17T14:53:30.920" v="4578" actId="20577"/>
          <ac:spMkLst>
            <pc:docMk/>
            <pc:sldMk cId="451743140" sldId="904"/>
            <ac:spMk id="3" creationId="{865E0C6D-FB1F-AFC2-D6D3-BE4C6BBB4AD9}"/>
          </ac:spMkLst>
        </pc:spChg>
      </pc:sldChg>
      <pc:sldChg chg="add">
        <pc:chgData name="Eric Vertina" userId="c8fa19b5686b7715" providerId="LiveId" clId="{4272ECAB-62BE-4E34-BA75-236D895D45D4}" dt="2025-06-17T14:53:13.995" v="4575"/>
        <pc:sldMkLst>
          <pc:docMk/>
          <pc:sldMk cId="2103508274" sldId="905"/>
        </pc:sldMkLst>
      </pc:sldChg>
      <pc:sldChg chg="add">
        <pc:chgData name="Eric Vertina" userId="c8fa19b5686b7715" providerId="LiveId" clId="{4272ECAB-62BE-4E34-BA75-236D895D45D4}" dt="2025-06-17T14:53:39.328" v="4579"/>
        <pc:sldMkLst>
          <pc:docMk/>
          <pc:sldMk cId="85703030" sldId="906"/>
        </pc:sldMkLst>
      </pc:sldChg>
      <pc:sldChg chg="modSp add mod">
        <pc:chgData name="Eric Vertina" userId="c8fa19b5686b7715" providerId="LiveId" clId="{4272ECAB-62BE-4E34-BA75-236D895D45D4}" dt="2025-06-17T14:53:53.776" v="4585" actId="20577"/>
        <pc:sldMkLst>
          <pc:docMk/>
          <pc:sldMk cId="1814344794" sldId="907"/>
        </pc:sldMkLst>
        <pc:spChg chg="mod">
          <ac:chgData name="Eric Vertina" userId="c8fa19b5686b7715" providerId="LiveId" clId="{4272ECAB-62BE-4E34-BA75-236D895D45D4}" dt="2025-06-17T14:53:53.776" v="4585" actId="20577"/>
          <ac:spMkLst>
            <pc:docMk/>
            <pc:sldMk cId="1814344794" sldId="907"/>
            <ac:spMk id="3" creationId="{177545B2-5817-F4A0-9456-28E44EA34D57}"/>
          </ac:spMkLst>
        </pc:spChg>
      </pc:sldChg>
      <pc:sldChg chg="modSp add mod">
        <pc:chgData name="Eric Vertina" userId="c8fa19b5686b7715" providerId="LiveId" clId="{4272ECAB-62BE-4E34-BA75-236D895D45D4}" dt="2025-06-17T14:53:58.360" v="4586" actId="20577"/>
        <pc:sldMkLst>
          <pc:docMk/>
          <pc:sldMk cId="2731012134" sldId="908"/>
        </pc:sldMkLst>
        <pc:spChg chg="mod">
          <ac:chgData name="Eric Vertina" userId="c8fa19b5686b7715" providerId="LiveId" clId="{4272ECAB-62BE-4E34-BA75-236D895D45D4}" dt="2025-06-17T14:53:58.360" v="4586" actId="20577"/>
          <ac:spMkLst>
            <pc:docMk/>
            <pc:sldMk cId="2731012134" sldId="908"/>
            <ac:spMk id="3" creationId="{42BBC7E2-DC67-A093-14DC-7649FE29ADBC}"/>
          </ac:spMkLst>
        </pc:spChg>
      </pc:sldChg>
      <pc:sldChg chg="add">
        <pc:chgData name="Eric Vertina" userId="c8fa19b5686b7715" providerId="LiveId" clId="{4272ECAB-62BE-4E34-BA75-236D895D45D4}" dt="2025-06-17T14:53:40.295" v="4582"/>
        <pc:sldMkLst>
          <pc:docMk/>
          <pc:sldMk cId="1155587500" sldId="909"/>
        </pc:sldMkLst>
      </pc:sldChg>
      <pc:sldChg chg="add del">
        <pc:chgData name="Eric Vertina" userId="c8fa19b5686b7715" providerId="LiveId" clId="{4272ECAB-62BE-4E34-BA75-236D895D45D4}" dt="2025-06-17T14:54:00.776" v="4587" actId="47"/>
        <pc:sldMkLst>
          <pc:docMk/>
          <pc:sldMk cId="1306395064" sldId="910"/>
        </pc:sldMkLst>
      </pc:sldChg>
      <pc:sldChg chg="new">
        <pc:chgData name="Eric Vertina" userId="c8fa19b5686b7715" providerId="LiveId" clId="{4272ECAB-62BE-4E34-BA75-236D895D45D4}" dt="2025-06-17T14:54:27.656" v="4588" actId="680"/>
        <pc:sldMkLst>
          <pc:docMk/>
          <pc:sldMk cId="4287393363" sldId="910"/>
        </pc:sldMkLst>
      </pc:sldChg>
      <pc:sldChg chg="modSp new mod">
        <pc:chgData name="Eric Vertina" userId="c8fa19b5686b7715" providerId="LiveId" clId="{4272ECAB-62BE-4E34-BA75-236D895D45D4}" dt="2025-06-17T15:01:36.403" v="4723" actId="27636"/>
        <pc:sldMkLst>
          <pc:docMk/>
          <pc:sldMk cId="3714039803" sldId="911"/>
        </pc:sldMkLst>
        <pc:spChg chg="mod">
          <ac:chgData name="Eric Vertina" userId="c8fa19b5686b7715" providerId="LiveId" clId="{4272ECAB-62BE-4E34-BA75-236D895D45D4}" dt="2025-06-17T14:56:47.910" v="4602" actId="20577"/>
          <ac:spMkLst>
            <pc:docMk/>
            <pc:sldMk cId="3714039803" sldId="911"/>
            <ac:spMk id="2" creationId="{E0548644-A346-0113-B0C7-716F1EC9DF28}"/>
          </ac:spMkLst>
        </pc:spChg>
        <pc:spChg chg="mod">
          <ac:chgData name="Eric Vertina" userId="c8fa19b5686b7715" providerId="LiveId" clId="{4272ECAB-62BE-4E34-BA75-236D895D45D4}" dt="2025-06-17T15:01:36.403" v="4723" actId="27636"/>
          <ac:spMkLst>
            <pc:docMk/>
            <pc:sldMk cId="3714039803" sldId="911"/>
            <ac:spMk id="3" creationId="{5A52B95E-9A56-AC77-EC54-66C89582BED2}"/>
          </ac:spMkLst>
        </pc:spChg>
      </pc:sldChg>
      <pc:sldChg chg="new del">
        <pc:chgData name="Eric Vertina" userId="c8fa19b5686b7715" providerId="LiveId" clId="{4272ECAB-62BE-4E34-BA75-236D895D45D4}" dt="2025-06-17T15:01:33.763" v="4721" actId="47"/>
        <pc:sldMkLst>
          <pc:docMk/>
          <pc:sldMk cId="4109347447" sldId="912"/>
        </pc:sldMkLst>
      </pc:sldChg>
      <pc:sldChg chg="new del">
        <pc:chgData name="Eric Vertina" userId="c8fa19b5686b7715" providerId="LiveId" clId="{4272ECAB-62BE-4E34-BA75-236D895D45D4}" dt="2025-06-17T15:01:49.187" v="4728" actId="47"/>
        <pc:sldMkLst>
          <pc:docMk/>
          <pc:sldMk cId="1438022823" sldId="913"/>
        </pc:sldMkLst>
      </pc:sldChg>
      <pc:sldChg chg="modSp add mod">
        <pc:chgData name="Eric Vertina" userId="c8fa19b5686b7715" providerId="LiveId" clId="{4272ECAB-62BE-4E34-BA75-236D895D45D4}" dt="2025-06-17T15:01:41.035" v="4725" actId="27636"/>
        <pc:sldMkLst>
          <pc:docMk/>
          <pc:sldMk cId="3626248242" sldId="914"/>
        </pc:sldMkLst>
        <pc:spChg chg="mod">
          <ac:chgData name="Eric Vertina" userId="c8fa19b5686b7715" providerId="LiveId" clId="{4272ECAB-62BE-4E34-BA75-236D895D45D4}" dt="2025-06-17T15:01:41.035" v="4725" actId="27636"/>
          <ac:spMkLst>
            <pc:docMk/>
            <pc:sldMk cId="3626248242" sldId="914"/>
            <ac:spMk id="3" creationId="{24F498CD-8B1F-3A69-794D-455E1BFD141B}"/>
          </ac:spMkLst>
        </pc:spChg>
      </pc:sldChg>
      <pc:sldChg chg="modSp add mod">
        <pc:chgData name="Eric Vertina" userId="c8fa19b5686b7715" providerId="LiveId" clId="{4272ECAB-62BE-4E34-BA75-236D895D45D4}" dt="2025-06-17T15:01:44.204" v="4727" actId="27636"/>
        <pc:sldMkLst>
          <pc:docMk/>
          <pc:sldMk cId="4160595878" sldId="915"/>
        </pc:sldMkLst>
        <pc:spChg chg="mod">
          <ac:chgData name="Eric Vertina" userId="c8fa19b5686b7715" providerId="LiveId" clId="{4272ECAB-62BE-4E34-BA75-236D895D45D4}" dt="2025-06-17T15:01:44.204" v="4727" actId="27636"/>
          <ac:spMkLst>
            <pc:docMk/>
            <pc:sldMk cId="4160595878" sldId="915"/>
            <ac:spMk id="3" creationId="{5E6C1CEE-9AB9-30A1-A914-518C34D7FBDB}"/>
          </ac:spMkLst>
        </pc:spChg>
      </pc:sldChg>
      <pc:sldChg chg="add">
        <pc:chgData name="Eric Vertina" userId="c8fa19b5686b7715" providerId="LiveId" clId="{4272ECAB-62BE-4E34-BA75-236D895D45D4}" dt="2025-06-17T15:01:22.870" v="4720"/>
        <pc:sldMkLst>
          <pc:docMk/>
          <pc:sldMk cId="2572278706" sldId="91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49CD-19C8-44C0-A36B-1667EDB1312B}" type="datetimeFigureOut">
              <a:rPr lang="en-US" smtClean="0"/>
              <a:t>6/27/2025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C7A2D6-6A74-4789-8A27-67CDFFE8E46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0795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30T14:03:29.9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282 30 24575,'-6'-4'0,"-1"0"0,-1 0 0,1 0 0,0 1 0,-15-4 0,19 6 0,-1 0 0,1 0 0,-1 1 0,1 0 0,-1 0 0,1 0 0,-1 0 0,1 0 0,-1 1 0,1-1 0,-1 1 0,1 0 0,0 0 0,-1 0 0,1 1 0,-4 1 0,-2 4 0,0 0 0,1 0 0,-1 0 0,2 1 0,-1 1 0,1-1 0,0 1 0,1 0 0,0 1 0,-6 12 0,0 3 0,1 0 0,2 0 0,-8 32 0,8-19 0,3 1 0,1-1 0,0 45 0,9 118 0,1-87 0,-2 52 0,-1-194 0,9-74 0,-9 88 0,1 1 0,0 0 0,1 1 0,1-1 0,10-19 0,-1 9 99,2 0 1,22-23-1,8-13-1762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30T14:04:01.76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30T14:03:29.9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282 30 24575,'-6'-4'0,"-1"0"0,-1 0 0,1 0 0,0 1 0,-15-4 0,19 6 0,-1 0 0,1 0 0,-1 1 0,1 0 0,-1 0 0,1 0 0,-1 0 0,1 0 0,-1 1 0,1-1 0,-1 1 0,1 0 0,0 0 0,-1 0 0,1 1 0,-4 1 0,-2 4 0,0 0 0,1 0 0,-1 0 0,2 1 0,-1 1 0,1-1 0,0 1 0,1 0 0,0 1 0,-6 12 0,0 3 0,1 0 0,2 0 0,-8 32 0,8-19 0,3 1 0,1-1 0,0 45 0,9 118 0,1-87 0,-2 52 0,-1-194 0,9-74 0,-9 88 0,1 1 0,0 0 0,1 1 0,1-1 0,10-19 0,-1 9 99,2 0 1,22-23-1,8-13-1762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30T14:04:01.76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4C511E-AA3B-43E3-B946-406AB5E4C4BB}" type="datetimeFigureOut">
              <a:rPr lang="en-US" smtClean="0"/>
              <a:pPr/>
              <a:t>6/27/2025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E4A049-8685-4352-9DC2-828F08FD54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259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A09BFF-9304-4EE8-967B-56F816FBB8C1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869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4A049-8685-4352-9DC2-828F08FD542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61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B6A09-88C8-FC78-628C-F61E5B6EF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6A8CBD-4B26-865C-CFD8-2DB8A8FFCC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958D3F-551D-3A60-E6EA-E5CFF1D1C4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6410A5-FAF0-3CD0-C8A1-0306E3F8B5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4A049-8685-4352-9DC2-828F08FD542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981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B943F-162A-0E7C-8CFD-E5799FB84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FA6011-C573-DD5B-78EC-F8FF7B7BE3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661F74-33AA-C808-F86A-C562A02C7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AA31D-0056-9B67-E8DF-484F918082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4A049-8685-4352-9DC2-828F08FD542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479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FD787-F961-DA8A-4041-F1D32D787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31963D-DCFD-4438-8260-564B854ED8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1C0F27-BF32-50E7-8412-E79DAB0B18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 Ripe for ML/DL!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B9AEE-E0EF-1895-578D-14D6BC0EDE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4A049-8685-4352-9DC2-828F08FD542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686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a list of material properties that I came up with after extensive discussions with project team members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4A049-8685-4352-9DC2-828F08FD542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3708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9AFB1-3BF1-7FA8-824B-BFC176C82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A59C23-9A24-E46C-5868-E3515B6BF9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5DD0EE-B0A1-16A0-E8B7-3F57B1FA4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a list of material properties that I came up with after extensive discussions with project team members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F6BD7-B42C-9557-D970-A8E3BC8E16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4A049-8685-4352-9DC2-828F08FD542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5898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80FB9-F71C-9F63-3E26-155FBED44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B3B24B-FE42-336E-75E9-AE068B9761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F78ED-BA31-6772-C261-63D184CCDF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98959-52B2-A482-6FE6-E97EBFD00A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A09BFF-9304-4EE8-967B-56F816FBB8C1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5056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DAAE4-41E4-A26F-D6E1-A099A4449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8C37D2-9442-F82D-C16F-4ACAA5BD7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BCAD49-DC63-B892-5812-29BF3BBD8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4886F-3FAF-C597-AF00-FFAC10D9CA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A09BFF-9304-4EE8-967B-56F816FBB8C1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2338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 stands for electron volts, or 1.6 * 10^-19 J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SPCA has slightly worse RMSE, but more interpretable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/>
              <a:t>XGBoost</a:t>
            </a:r>
            <a:r>
              <a:rPr lang="en-US" sz="1200" dirty="0"/>
              <a:t> outperformed random forest for all of the features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4A049-8685-4352-9DC2-828F08FD542B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2233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37076-6D0B-59D1-6C96-606174E7C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968023-6F29-7FDC-0984-7FD49F8A3A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203A5-D964-2256-9F00-68730A165B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65433-9209-7E87-0B80-B3B42ACD13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4A049-8685-4352-9DC2-828F08FD542B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5428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that Emily and Prof. Deskins were coauthors for the conference paper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4A049-8685-4352-9DC2-828F08FD542B}" type="slidenum">
              <a:rPr lang="en-US" smtClean="0"/>
              <a:pPr/>
              <a:t>108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929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to: https://wp.wpi.edu/cedar/project-accelerating-discovery-and-characterization-of-functional-2d-materials-for-catalysis-and-solar-energy-conversion-using-data-science-methods/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4A049-8685-4352-9DC2-828F08FD542B}" type="slidenum">
              <a:rPr lang="en-US" smtClean="0"/>
              <a:pPr/>
              <a:t>117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8478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4A049-8685-4352-9DC2-828F08FD542B}" type="slidenum">
              <a:rPr lang="en-US" smtClean="0"/>
              <a:pPr/>
              <a:t>120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394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eyWatermark-20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949092" y="2703302"/>
            <a:ext cx="4242908" cy="41546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0" y="2537925"/>
            <a:ext cx="9144000" cy="1524001"/>
          </a:xfrm>
        </p:spPr>
        <p:txBody>
          <a:bodyPr>
            <a:noAutofit/>
          </a:bodyPr>
          <a:lstStyle>
            <a:lvl1pPr>
              <a:defRPr sz="4000" b="1"/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293573"/>
            <a:ext cx="9144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3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990601"/>
            <a:ext cx="3383438" cy="10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2">
    <p:bg>
      <p:bgPr>
        <a:solidFill>
          <a:srgbClr val="AB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990601"/>
            <a:ext cx="3383438" cy="1105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182" y="2693986"/>
            <a:ext cx="4260818" cy="417223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609600" y="2537925"/>
            <a:ext cx="9144000" cy="1524001"/>
          </a:xfrm>
        </p:spPr>
        <p:txBody>
          <a:bodyPr>
            <a:noAutofit/>
          </a:bodyPr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609600" y="4293573"/>
            <a:ext cx="9144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63066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215900" dist="76200" dir="54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475" y="1447800"/>
            <a:ext cx="9144000" cy="1676400"/>
          </a:xfrm>
        </p:spPr>
        <p:txBody>
          <a:bodyPr anchor="b" anchorCtr="0"/>
          <a:lstStyle>
            <a:lvl1pPr algn="l">
              <a:defRPr lang="en-US" sz="40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5475" y="3124200"/>
            <a:ext cx="9144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25475" y="6400800"/>
            <a:ext cx="6807200" cy="304800"/>
          </a:xfrm>
          <a:prstGeom prst="rect">
            <a:avLst/>
          </a:prstGeom>
        </p:spPr>
        <p:txBody>
          <a:bodyPr/>
          <a:lstStyle>
            <a:lvl1pPr>
              <a:defRPr sz="1600" b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8" name="Picture 7" descr="greyWatermark-20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949092" y="2703302"/>
            <a:ext cx="4242908" cy="4154698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en-US" noProof="1"/>
              <a:t>Click to edit Master title style</a:t>
            </a:r>
            <a:endParaRPr lang="en-US" dirty="0"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US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709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0" y="1676400"/>
            <a:ext cx="4876800" cy="4495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6400"/>
            <a:ext cx="4876800" cy="4495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19"/>
          <p:cNvSpPr>
            <a:spLocks noGrp="1"/>
          </p:cNvSpPr>
          <p:nvPr>
            <p:ph type="ftr" sz="quarter" idx="11"/>
          </p:nvPr>
        </p:nvSpPr>
        <p:spPr>
          <a:xfrm>
            <a:off x="609600" y="6400800"/>
            <a:ext cx="6807200" cy="304800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0" y="1496736"/>
            <a:ext cx="4876800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6000" y="2216400"/>
            <a:ext cx="4876800" cy="3955800"/>
          </a:xfrm>
        </p:spPr>
        <p:txBody>
          <a:bodyPr anchor="t" anchorCtr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1496736"/>
            <a:ext cx="4876800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2216400"/>
            <a:ext cx="4876800" cy="3955800"/>
          </a:xfrm>
        </p:spPr>
        <p:txBody>
          <a:bodyPr anchor="t" anchorCtr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19"/>
          <p:cNvSpPr>
            <a:spLocks noGrp="1"/>
          </p:cNvSpPr>
          <p:nvPr>
            <p:ph type="ftr" sz="quarter" idx="11"/>
          </p:nvPr>
        </p:nvSpPr>
        <p:spPr>
          <a:xfrm>
            <a:off x="609600" y="6400800"/>
            <a:ext cx="6807200" cy="304800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19"/>
          <p:cNvSpPr>
            <a:spLocks noGrp="1"/>
          </p:cNvSpPr>
          <p:nvPr>
            <p:ph type="ftr" sz="quarter" idx="11"/>
          </p:nvPr>
        </p:nvSpPr>
        <p:spPr>
          <a:xfrm>
            <a:off x="609600" y="6400800"/>
            <a:ext cx="6807200" cy="304800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" y="6391657"/>
            <a:ext cx="612396" cy="365125"/>
          </a:xfrm>
        </p:spPr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19"/>
          <p:cNvSpPr>
            <a:spLocks noGrp="1"/>
          </p:cNvSpPr>
          <p:nvPr>
            <p:ph type="ftr" sz="quarter" idx="11"/>
          </p:nvPr>
        </p:nvSpPr>
        <p:spPr>
          <a:xfrm>
            <a:off x="609600" y="6400800"/>
            <a:ext cx="6807200" cy="304800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1074400" cy="1066800"/>
          </a:xfrm>
        </p:spPr>
        <p:txBody>
          <a:bodyPr anchor="b">
            <a:normAutofit/>
          </a:bodyPr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3709" y="1524001"/>
            <a:ext cx="7058691" cy="46481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1890" y="1524000"/>
            <a:ext cx="3564876" cy="46482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2447147" y="3581135"/>
            <a:ext cx="3810000" cy="2117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19"/>
          <p:cNvSpPr>
            <a:spLocks noGrp="1"/>
          </p:cNvSpPr>
          <p:nvPr>
            <p:ph type="ftr" sz="quarter" idx="11"/>
          </p:nvPr>
        </p:nvSpPr>
        <p:spPr>
          <a:xfrm>
            <a:off x="609600" y="6400800"/>
            <a:ext cx="6807200" cy="3048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338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09600" y="1524000"/>
            <a:ext cx="7823200" cy="4648200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8737600" y="1524000"/>
            <a:ext cx="2844800" cy="4648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493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Re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131" y="1066834"/>
            <a:ext cx="4459738" cy="442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2590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609600" y="2286000"/>
            <a:ext cx="9144000" cy="1524000"/>
          </a:xfrm>
        </p:spPr>
        <p:txBody>
          <a:bodyPr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609600" y="4041648"/>
            <a:ext cx="9144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2" name="Picture 4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990601"/>
            <a:ext cx="3383438" cy="1105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182" y="2693986"/>
            <a:ext cx="4260818" cy="417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0641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609600" y="2286000"/>
            <a:ext cx="9144000" cy="1524000"/>
          </a:xfrm>
        </p:spPr>
        <p:txBody>
          <a:bodyPr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609600" y="4041648"/>
            <a:ext cx="9144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Picture 4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990601"/>
            <a:ext cx="3383438" cy="1105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182" y="2693986"/>
            <a:ext cx="4260818" cy="417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1596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400800"/>
            <a:ext cx="6807200" cy="304800"/>
          </a:xfrm>
          <a:prstGeom prst="rect">
            <a:avLst/>
          </a:prstGeom>
        </p:spPr>
        <p:txBody>
          <a:bodyPr/>
          <a:lstStyle>
            <a:lvl1pPr>
              <a:defRPr sz="1600"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09600" y="2286000"/>
            <a:ext cx="9144000" cy="1524000"/>
          </a:xfrm>
        </p:spPr>
        <p:txBody>
          <a:bodyPr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609600" y="4041648"/>
            <a:ext cx="9144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1" name="Picture 4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990601"/>
            <a:ext cx="3383438" cy="1105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182" y="2693986"/>
            <a:ext cx="4260818" cy="417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213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en-US" noProof="1"/>
              <a:t>Click to edit Master title style</a:t>
            </a:r>
            <a:endParaRPr lang="en-US" dirty="0"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US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704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0" y="1676400"/>
            <a:ext cx="4876800" cy="4495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6400"/>
            <a:ext cx="4876800" cy="4495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19"/>
          <p:cNvSpPr>
            <a:spLocks noGrp="1"/>
          </p:cNvSpPr>
          <p:nvPr>
            <p:ph type="ftr" sz="quarter" idx="11"/>
          </p:nvPr>
        </p:nvSpPr>
        <p:spPr>
          <a:xfrm>
            <a:off x="609600" y="6400800"/>
            <a:ext cx="6807200" cy="3048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4945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0" y="1496736"/>
            <a:ext cx="4876800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6000" y="2216400"/>
            <a:ext cx="4876800" cy="3955800"/>
          </a:xfrm>
        </p:spPr>
        <p:txBody>
          <a:bodyPr anchor="t" anchorCtr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1496736"/>
            <a:ext cx="4876800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2216400"/>
            <a:ext cx="4876800" cy="3955800"/>
          </a:xfrm>
        </p:spPr>
        <p:txBody>
          <a:bodyPr anchor="t" anchorCtr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19"/>
          <p:cNvSpPr>
            <a:spLocks noGrp="1"/>
          </p:cNvSpPr>
          <p:nvPr>
            <p:ph type="ftr" sz="quarter" idx="11"/>
          </p:nvPr>
        </p:nvSpPr>
        <p:spPr>
          <a:xfrm>
            <a:off x="609600" y="6400800"/>
            <a:ext cx="6807200" cy="3048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0204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19"/>
          <p:cNvSpPr>
            <a:spLocks noGrp="1"/>
          </p:cNvSpPr>
          <p:nvPr>
            <p:ph type="ftr" sz="quarter" idx="11"/>
          </p:nvPr>
        </p:nvSpPr>
        <p:spPr>
          <a:xfrm>
            <a:off x="609600" y="6400800"/>
            <a:ext cx="6807200" cy="3048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416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-2795" y="6391657"/>
            <a:ext cx="61239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19"/>
          <p:cNvSpPr>
            <a:spLocks noGrp="1"/>
          </p:cNvSpPr>
          <p:nvPr>
            <p:ph type="ftr" sz="quarter" idx="11"/>
          </p:nvPr>
        </p:nvSpPr>
        <p:spPr>
          <a:xfrm>
            <a:off x="609600" y="6400800"/>
            <a:ext cx="6807200" cy="304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062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1074400" cy="1066800"/>
          </a:xfrm>
        </p:spPr>
        <p:txBody>
          <a:bodyPr anchor="b">
            <a:normAutofit/>
          </a:bodyPr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3709" y="1524001"/>
            <a:ext cx="7058691" cy="46481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1890" y="1524000"/>
            <a:ext cx="3564876" cy="46482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2447147" y="3581135"/>
            <a:ext cx="3810000" cy="2117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19"/>
          <p:cNvSpPr>
            <a:spLocks noGrp="1"/>
          </p:cNvSpPr>
          <p:nvPr>
            <p:ph type="ftr" sz="quarter" idx="11"/>
          </p:nvPr>
        </p:nvSpPr>
        <p:spPr>
          <a:xfrm>
            <a:off x="609600" y="6400800"/>
            <a:ext cx="6807200" cy="3048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0458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09600" y="1524000"/>
            <a:ext cx="7823200" cy="4648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8737600" y="1524000"/>
            <a:ext cx="2844800" cy="4648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79207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R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131" y="1066834"/>
            <a:ext cx="4459738" cy="442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187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" y="6387664"/>
            <a:ext cx="609600" cy="3941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09600" y="1234967"/>
            <a:ext cx="115824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315200" y="6400800"/>
            <a:ext cx="44704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Worcester Polytechnic Institute</a:t>
            </a: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400800"/>
            <a:ext cx="6807200" cy="304800"/>
          </a:xfrm>
          <a:prstGeom prst="rect">
            <a:avLst/>
          </a:prstGeom>
        </p:spPr>
        <p:txBody>
          <a:bodyPr/>
          <a:lstStyle>
            <a:lvl1pPr>
              <a:defRPr sz="1600" b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2" r:id="rId2"/>
    <p:sldLayoutId id="2147483663" r:id="rId3"/>
    <p:sldLayoutId id="2147483695" r:id="rId4"/>
    <p:sldLayoutId id="2147483664" r:id="rId5"/>
    <p:sldLayoutId id="2147483665" r:id="rId6"/>
    <p:sldLayoutId id="2147483666" r:id="rId7"/>
    <p:sldLayoutId id="2147483667" r:id="rId8"/>
    <p:sldLayoutId id="2147483683" r:id="rId9"/>
    <p:sldLayoutId id="2147483696" r:id="rId10"/>
    <p:sldLayoutId id="2147483708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>
              <a:lumMod val="85000"/>
              <a:lumOff val="15000"/>
            </a:schemeClr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lnSpc>
          <a:spcPct val="95000"/>
        </a:lnSpc>
        <a:spcBef>
          <a:spcPts val="1200"/>
        </a:spcBef>
        <a:buClr>
          <a:schemeClr val="bg2"/>
        </a:buClr>
        <a:buFont typeface="Arial" pitchFamily="34" charset="0"/>
        <a:buChar char="•"/>
        <a:defRPr sz="24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594360" indent="-274320" algn="l" defTabSz="914400" rtl="0" eaLnBrk="1" latinLnBrk="0" hangingPunct="1">
        <a:lnSpc>
          <a:spcPct val="95000"/>
        </a:lnSpc>
        <a:spcBef>
          <a:spcPts val="600"/>
        </a:spcBef>
        <a:buClr>
          <a:schemeClr val="bg2"/>
        </a:buClr>
        <a:buFont typeface="Verdana" pitchFamily="34" charset="0"/>
        <a:buChar char="─"/>
        <a:defRPr sz="20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86868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bg2"/>
        </a:buClr>
        <a:buFont typeface="Wingdings" pitchFamily="2" charset="2"/>
        <a:buChar char="§"/>
        <a:defRPr sz="18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14300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bg2"/>
        </a:buClr>
        <a:buFont typeface="Courier New" pitchFamily="49" charset="0"/>
        <a:buChar char="o"/>
        <a:defRPr sz="1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37160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bg2"/>
        </a:buClr>
        <a:buFont typeface="Arial" pitchFamily="34" charset="0"/>
        <a:buChar char="•"/>
        <a:defRPr sz="1600" kern="1200" baseline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10972800" cy="8001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" y="6391657"/>
            <a:ext cx="609600" cy="3139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09600" y="1234967"/>
            <a:ext cx="115824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315200" y="6400800"/>
            <a:ext cx="44704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Worcester Polytechnic Institute</a:t>
            </a: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400800"/>
            <a:ext cx="6807200" cy="304800"/>
          </a:xfrm>
          <a:prstGeom prst="rect">
            <a:avLst/>
          </a:prstGeom>
        </p:spPr>
        <p:txBody>
          <a:bodyPr/>
          <a:lstStyle>
            <a:lvl1pPr>
              <a:defRPr sz="1600"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894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9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lnSpc>
          <a:spcPct val="95000"/>
        </a:lnSpc>
        <a:spcBef>
          <a:spcPts val="1200"/>
        </a:spcBef>
        <a:buClr>
          <a:schemeClr val="bg2"/>
        </a:buClr>
        <a:buFont typeface="Arial" pitchFamily="34" charset="0"/>
        <a:buChar char="•"/>
        <a:defRPr sz="24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594360" indent="-274320" algn="l" defTabSz="914400" rtl="0" eaLnBrk="1" latinLnBrk="0" hangingPunct="1">
        <a:lnSpc>
          <a:spcPct val="95000"/>
        </a:lnSpc>
        <a:spcBef>
          <a:spcPts val="600"/>
        </a:spcBef>
        <a:buClr>
          <a:schemeClr val="bg2"/>
        </a:buClr>
        <a:buFont typeface="Verdana" pitchFamily="34" charset="0"/>
        <a:buChar char="─"/>
        <a:defRPr sz="20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86868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bg2"/>
        </a:buClr>
        <a:buFont typeface="Wingdings" pitchFamily="2" charset="2"/>
        <a:buChar char="§"/>
        <a:defRPr sz="18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14300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bg2"/>
        </a:buClr>
        <a:buFont typeface="Courier New" pitchFamily="49" charset="0"/>
        <a:buChar char="o"/>
        <a:defRPr sz="1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37160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bg2"/>
        </a:buClr>
        <a:buFont typeface="Arial" pitchFamily="34" charset="0"/>
        <a:buChar char="•"/>
        <a:defRPr sz="1600" kern="1200" baseline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109.01116" TargetMode="Externa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2.xml"/><Relationship Id="rId5" Type="http://schemas.openxmlformats.org/officeDocument/2006/relationships/image" Target="../media/image20.png"/><Relationship Id="rId4" Type="http://schemas.openxmlformats.org/officeDocument/2006/relationships/customXml" Target="../ink/ink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6.png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ist.gov/mgi" TargetMode="External"/><Relationship Id="rId1" Type="http://schemas.openxmlformats.org/officeDocument/2006/relationships/slideLayout" Target="../slideLayouts/slideLayout4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4.xml"/><Relationship Id="rId5" Type="http://schemas.openxmlformats.org/officeDocument/2006/relationships/image" Target="../media/image20.png"/><Relationship Id="rId4" Type="http://schemas.openxmlformats.org/officeDocument/2006/relationships/customXml" Target="../ink/ink3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09600" y="2537925"/>
            <a:ext cx="9144000" cy="152400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Deep Learning for High-Throughput </a:t>
            </a:r>
            <a:r>
              <a:rPr lang="en-US" dirty="0" err="1"/>
              <a:t>MXene</a:t>
            </a:r>
            <a:r>
              <a:rPr lang="en-US" dirty="0"/>
              <a:t> Property</a:t>
            </a:r>
          </a:p>
          <a:p>
            <a:r>
              <a:rPr lang="en-US" dirty="0"/>
              <a:t>Prediction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609600" y="4293572"/>
            <a:ext cx="9144000" cy="152400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Eric </a:t>
            </a:r>
            <a:r>
              <a:rPr lang="en-US" dirty="0" err="1"/>
              <a:t>Warnemunde</a:t>
            </a:r>
            <a:r>
              <a:rPr lang="en-US" dirty="0"/>
              <a:t> Vertina</a:t>
            </a:r>
          </a:p>
          <a:p>
            <a:r>
              <a:rPr lang="en-US" dirty="0"/>
              <a:t>PhD Dissertation Defense</a:t>
            </a:r>
          </a:p>
          <a:p>
            <a:r>
              <a:rPr lang="en-US" dirty="0"/>
              <a:t>June 17, 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088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51F0A-ED71-DEED-79F1-389AAEE64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 of this Dissertation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EA999-2BD9-0C1F-A4C7-29F58E118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Phase 0: Predicting </a:t>
            </a:r>
            <a:r>
              <a:rPr lang="en-US" dirty="0" err="1"/>
              <a:t>MXene</a:t>
            </a:r>
            <a:r>
              <a:rPr lang="en-US" dirty="0"/>
              <a:t> Properties via Machine Learning</a:t>
            </a:r>
          </a:p>
          <a:p>
            <a:r>
              <a:rPr lang="en-US" dirty="0"/>
              <a:t>Phase 1: ' ' '  via Graph Contrastive Learning</a:t>
            </a:r>
          </a:p>
          <a:p>
            <a:r>
              <a:rPr lang="en-US" dirty="0"/>
              <a:t>Phase 2: ' ' '  via Atomistic Line Graph Neural Networks</a:t>
            </a:r>
          </a:p>
          <a:p>
            <a:r>
              <a:rPr lang="en-US" dirty="0"/>
              <a:t>Phase 3: Generating </a:t>
            </a:r>
            <a:r>
              <a:rPr lang="en-US" dirty="0" err="1"/>
              <a:t>MXene</a:t>
            </a:r>
            <a:r>
              <a:rPr lang="en-US" dirty="0"/>
              <a:t> Crystal Structure Graphs</a:t>
            </a:r>
          </a:p>
          <a:p>
            <a:r>
              <a:rPr lang="en-US" dirty="0"/>
              <a:t>Phase 4: High-throughput Deep Learning for </a:t>
            </a:r>
            <a:r>
              <a:rPr lang="en-US" dirty="0" err="1"/>
              <a:t>MXene</a:t>
            </a:r>
            <a:r>
              <a:rPr lang="en-US" dirty="0"/>
              <a:t> Property  Prediction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FA3C6-6A51-1550-862F-E054363A3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018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48644-A346-0113-B0C7-716F1EC9D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2B95E-9A56-AC77-EC54-66C89582B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pipeline consists of two algorithms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E0BA5-49CD-B6E2-9B74-E362C1362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039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2B1B4-4A4D-19BE-749E-65FDFF398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FC0DA-3946-E03E-0A70-B73AF2BAB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498CD-8B1F-3A69-794D-455E1BFD1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pipeline consists of two algorithms</a:t>
            </a:r>
          </a:p>
          <a:p>
            <a:r>
              <a:rPr lang="en-US" dirty="0"/>
              <a:t>(1) Novel rules-based algorithm that takes as input:</a:t>
            </a:r>
          </a:p>
          <a:p>
            <a:pPr lvl="1"/>
            <a:r>
              <a:rPr lang="en-US" dirty="0"/>
              <a:t>A subset of chemical elements, </a:t>
            </a:r>
          </a:p>
          <a:p>
            <a:pPr lvl="1"/>
            <a:r>
              <a:rPr lang="en-US" dirty="0"/>
              <a:t>Average bond lengths between these chemical elements</a:t>
            </a:r>
          </a:p>
          <a:p>
            <a:pPr lvl="1"/>
            <a:r>
              <a:rPr lang="en-US" dirty="0"/>
              <a:t>Possible </a:t>
            </a:r>
            <a:r>
              <a:rPr lang="en-US" dirty="0" err="1"/>
              <a:t>MXene</a:t>
            </a:r>
            <a:r>
              <a:rPr lang="en-US" dirty="0"/>
              <a:t> structures,</a:t>
            </a:r>
          </a:p>
          <a:p>
            <a:pPr lvl="1"/>
            <a:r>
              <a:rPr lang="en-US" dirty="0"/>
              <a:t>Output: a large set of unique crystal graph structures.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B1568-B6CA-4C62-B770-5470AE4B5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248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050CD-B4D9-427E-39EF-9A1658121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A4E13-FA29-FB01-4750-B4B0FE01A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C1CEE-9AB9-30A1-A914-518C34D7F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pipeline consists of two algorithms</a:t>
            </a:r>
          </a:p>
          <a:p>
            <a:r>
              <a:rPr lang="en-US" dirty="0"/>
              <a:t>(1) Novel rules-based algorithm that takes as input:</a:t>
            </a:r>
          </a:p>
          <a:p>
            <a:pPr lvl="1"/>
            <a:r>
              <a:rPr lang="en-US" dirty="0"/>
              <a:t>A subset of chemical elements, </a:t>
            </a:r>
          </a:p>
          <a:p>
            <a:pPr lvl="1"/>
            <a:r>
              <a:rPr lang="en-US" dirty="0"/>
              <a:t>Average bond lengths between these chemical elements</a:t>
            </a:r>
          </a:p>
          <a:p>
            <a:pPr lvl="1"/>
            <a:r>
              <a:rPr lang="en-US" dirty="0"/>
              <a:t>Possible </a:t>
            </a:r>
            <a:r>
              <a:rPr lang="en-US" dirty="0" err="1"/>
              <a:t>MXene</a:t>
            </a:r>
            <a:r>
              <a:rPr lang="en-US" dirty="0"/>
              <a:t> structures,</a:t>
            </a:r>
          </a:p>
          <a:p>
            <a:pPr lvl="1"/>
            <a:r>
              <a:rPr lang="en-US" dirty="0"/>
              <a:t>Output: a large set of unique crystal graph structures. </a:t>
            </a:r>
          </a:p>
          <a:p>
            <a:r>
              <a:rPr lang="en-US" dirty="0"/>
              <a:t>(2) Deep Learning model that takes as input: </a:t>
            </a:r>
          </a:p>
          <a:p>
            <a:pPr lvl="1"/>
            <a:r>
              <a:rPr lang="en-US" dirty="0"/>
              <a:t>the predicted molecular graph structure</a:t>
            </a:r>
          </a:p>
          <a:p>
            <a:pPr lvl="1"/>
            <a:r>
              <a:rPr lang="en-US" dirty="0"/>
              <a:t>Output: predicted properties for the given </a:t>
            </a:r>
            <a:r>
              <a:rPr lang="en-US" dirty="0" err="1"/>
              <a:t>MXene</a:t>
            </a:r>
            <a:r>
              <a:rPr lang="en-US" dirty="0"/>
              <a:t>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E0D16-4ADD-903C-66BF-51FEE0C63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95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06432-CD01-8940-5E0C-A4D588E23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AC7B8-8308-6AD3-6F0F-0723BD9B6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2A533-57E6-CF90-AFC4-E3A82B6DD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Our pipeline consists of two algorithms</a:t>
            </a:r>
          </a:p>
          <a:p>
            <a:r>
              <a:rPr lang="en-US" dirty="0"/>
              <a:t>(1) Novel rules-based algorithm that takes as input:</a:t>
            </a:r>
          </a:p>
          <a:p>
            <a:pPr lvl="1"/>
            <a:r>
              <a:rPr lang="en-US" dirty="0"/>
              <a:t>A subset of chemical elements, </a:t>
            </a:r>
          </a:p>
          <a:p>
            <a:pPr lvl="1"/>
            <a:r>
              <a:rPr lang="en-US" dirty="0"/>
              <a:t>Average bond lengths between these chemical elements</a:t>
            </a:r>
          </a:p>
          <a:p>
            <a:pPr lvl="1"/>
            <a:r>
              <a:rPr lang="en-US" dirty="0"/>
              <a:t>Possible </a:t>
            </a:r>
            <a:r>
              <a:rPr lang="en-US" dirty="0" err="1"/>
              <a:t>MXene</a:t>
            </a:r>
            <a:r>
              <a:rPr lang="en-US" dirty="0"/>
              <a:t> structures,</a:t>
            </a:r>
          </a:p>
          <a:p>
            <a:pPr lvl="1"/>
            <a:r>
              <a:rPr lang="en-US" dirty="0"/>
              <a:t>Output: a large set of unique crystal graph structures. </a:t>
            </a:r>
          </a:p>
          <a:p>
            <a:r>
              <a:rPr lang="en-US" dirty="0"/>
              <a:t>(2) Deep Learning model that takes as input: </a:t>
            </a:r>
          </a:p>
          <a:p>
            <a:pPr lvl="1"/>
            <a:r>
              <a:rPr lang="en-US" dirty="0"/>
              <a:t>the predicted molecular graph structure</a:t>
            </a:r>
          </a:p>
          <a:p>
            <a:pPr lvl="1"/>
            <a:r>
              <a:rPr lang="en-US" dirty="0"/>
              <a:t>Output: predicted properties for the given </a:t>
            </a:r>
            <a:r>
              <a:rPr lang="en-US" dirty="0" err="1"/>
              <a:t>MXene</a:t>
            </a:r>
            <a:r>
              <a:rPr lang="en-US" dirty="0"/>
              <a:t>. </a:t>
            </a:r>
          </a:p>
          <a:p>
            <a:r>
              <a:rPr lang="en-US" dirty="0"/>
              <a:t>This pipeline allows us to perform high-throughput </a:t>
            </a:r>
            <a:r>
              <a:rPr lang="en-US" dirty="0" err="1"/>
              <a:t>MXene</a:t>
            </a:r>
            <a:r>
              <a:rPr lang="en-US" dirty="0"/>
              <a:t> property prediction</a:t>
            </a:r>
          </a:p>
          <a:p>
            <a:r>
              <a:rPr lang="en-US" dirty="0"/>
              <a:t>It enables accurate property predictions across a variety of target properties for a large number of </a:t>
            </a:r>
            <a:r>
              <a:rPr lang="en-US" dirty="0" err="1"/>
              <a:t>MXenes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39131-3331-8E71-BC44-745D9C19D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278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CE203-6E8B-9C2D-E1DA-60B3FDC5B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MXenes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84D56-7560-BECE-A22A-9AB8E9A60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class of 2-D materials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BF5B0-BC93-B459-7D5A-D24AF4DC4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B1F19E-1E92-F46E-A3EE-A49794FC8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514" y="1548784"/>
            <a:ext cx="5823497" cy="4163797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70268C-88B0-DCE1-4014-A7C402D1F8DA}"/>
              </a:ext>
            </a:extLst>
          </p:cNvPr>
          <p:cNvSpPr txBox="1"/>
          <p:nvPr/>
        </p:nvSpPr>
        <p:spPr>
          <a:xfrm>
            <a:off x="6096000" y="5745322"/>
            <a:ext cx="6096346" cy="39413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700" dirty="0"/>
              <a:t>Source: </a:t>
            </a:r>
            <a:r>
              <a:rPr lang="en-US" sz="800" dirty="0"/>
              <a:t>B. </a:t>
            </a:r>
            <a:r>
              <a:rPr lang="en-US" sz="800" dirty="0" err="1"/>
              <a:t>Anasori</a:t>
            </a:r>
            <a:r>
              <a:rPr lang="en-US" sz="800" dirty="0"/>
              <a:t> and Y. </a:t>
            </a:r>
            <a:r>
              <a:rPr lang="en-US" sz="800" dirty="0" err="1"/>
              <a:t>Gogotsi</a:t>
            </a:r>
            <a:r>
              <a:rPr lang="en-US" sz="800" dirty="0"/>
              <a:t>. 2D Metal Carbides and Nitrides (</a:t>
            </a:r>
            <a:r>
              <a:rPr lang="en-US" sz="800" dirty="0" err="1"/>
              <a:t>MXenes</a:t>
            </a:r>
            <a:r>
              <a:rPr lang="en-US" sz="800" dirty="0"/>
              <a:t>) Structure, Properties and Applications. Springer, 06 2019.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74294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70B0A-BEFC-17CD-4DB4-304CF0490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21206-A540-2035-87A1-6BD9C2F83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MXenes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D71DF-FDC4-5223-6F73-E2D23C452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class of 2-D materials</a:t>
            </a:r>
          </a:p>
          <a:p>
            <a:r>
              <a:rPr lang="en-US" dirty="0">
                <a:latin typeface="+mn-lt"/>
              </a:rPr>
              <a:t>P</a:t>
            </a:r>
            <a:r>
              <a:rPr lang="en-US" dirty="0">
                <a:effectLst/>
                <a:latin typeface="+mn-lt"/>
              </a:rPr>
              <a:t>ossess diverse set of properties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32220-6675-C336-C09A-D857A58E5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7BE7C1-1066-2B7B-03AB-3710AF3BE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514" y="1548784"/>
            <a:ext cx="5823497" cy="4163797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409C19-0DB2-D69D-D730-D60E648267F0}"/>
              </a:ext>
            </a:extLst>
          </p:cNvPr>
          <p:cNvSpPr txBox="1"/>
          <p:nvPr/>
        </p:nvSpPr>
        <p:spPr>
          <a:xfrm>
            <a:off x="6096000" y="5745322"/>
            <a:ext cx="6096346" cy="39413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700" dirty="0"/>
              <a:t>Source: </a:t>
            </a:r>
            <a:r>
              <a:rPr lang="en-US" sz="800" dirty="0"/>
              <a:t>B. </a:t>
            </a:r>
            <a:r>
              <a:rPr lang="en-US" sz="800" dirty="0" err="1"/>
              <a:t>Anasori</a:t>
            </a:r>
            <a:r>
              <a:rPr lang="en-US" sz="800" dirty="0"/>
              <a:t> and Y. </a:t>
            </a:r>
            <a:r>
              <a:rPr lang="en-US" sz="800" dirty="0" err="1"/>
              <a:t>Gogotsi</a:t>
            </a:r>
            <a:r>
              <a:rPr lang="en-US" sz="800" dirty="0"/>
              <a:t>. 2D Metal Carbides and Nitrides (</a:t>
            </a:r>
            <a:r>
              <a:rPr lang="en-US" sz="800" dirty="0" err="1"/>
              <a:t>MXenes</a:t>
            </a:r>
            <a:r>
              <a:rPr lang="en-US" sz="800" dirty="0"/>
              <a:t>) Structure, Properties and Applications. Springer, 06 2019.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6822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8D821-BFAD-27A7-D188-506D251E0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D06CB-D092-8A37-4DBF-D32D95FB9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MXenes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37FA4-DDB6-E51F-917A-91807E532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class of 2-D materials</a:t>
            </a:r>
          </a:p>
          <a:p>
            <a:r>
              <a:rPr lang="en-US" dirty="0">
                <a:latin typeface="+mn-lt"/>
              </a:rPr>
              <a:t>P</a:t>
            </a:r>
            <a:r>
              <a:rPr lang="en-US" dirty="0">
                <a:effectLst/>
                <a:latin typeface="+mn-lt"/>
              </a:rPr>
              <a:t>ossess diverse set of properties</a:t>
            </a:r>
          </a:p>
          <a:p>
            <a:pPr lvl="1"/>
            <a:r>
              <a:rPr lang="en-US" dirty="0">
                <a:latin typeface="+mn-lt"/>
              </a:rPr>
              <a:t>Broadest known theoretical chemical </a:t>
            </a:r>
          </a:p>
          <a:p>
            <a:pPr marL="320040" lvl="1" indent="0">
              <a:buNone/>
            </a:pPr>
            <a:r>
              <a:rPr lang="en-US" dirty="0">
                <a:latin typeface="+mn-lt"/>
              </a:rPr>
              <a:t>   space among 2D materials*</a:t>
            </a:r>
            <a:endParaRPr lang="en-US" dirty="0">
              <a:effectLst/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6A69B-29E1-9998-F725-A01E17A0C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CBAB8C-367D-6E32-6D94-81770F127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514" y="1548784"/>
            <a:ext cx="5823497" cy="4163797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0C85E9-8872-C9A6-01B9-D9E770600E98}"/>
              </a:ext>
            </a:extLst>
          </p:cNvPr>
          <p:cNvSpPr txBox="1"/>
          <p:nvPr/>
        </p:nvSpPr>
        <p:spPr>
          <a:xfrm>
            <a:off x="6096000" y="5745322"/>
            <a:ext cx="6096346" cy="39413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700" dirty="0"/>
              <a:t>Source: </a:t>
            </a:r>
            <a:r>
              <a:rPr lang="en-US" sz="800" dirty="0"/>
              <a:t>B. </a:t>
            </a:r>
            <a:r>
              <a:rPr lang="en-US" sz="800" dirty="0" err="1"/>
              <a:t>Anasori</a:t>
            </a:r>
            <a:r>
              <a:rPr lang="en-US" sz="800" dirty="0"/>
              <a:t> and Y. </a:t>
            </a:r>
            <a:r>
              <a:rPr lang="en-US" sz="800" dirty="0" err="1"/>
              <a:t>Gogotsi</a:t>
            </a:r>
            <a:r>
              <a:rPr lang="en-US" sz="800" dirty="0"/>
              <a:t>. 2D Metal Carbides and Nitrides (</a:t>
            </a:r>
            <a:r>
              <a:rPr lang="en-US" sz="800" dirty="0" err="1"/>
              <a:t>MXenes</a:t>
            </a:r>
            <a:r>
              <a:rPr lang="en-US" sz="800" dirty="0"/>
              <a:t>) Structure, Properties and Applications. Springer, 06 2019.</a:t>
            </a:r>
          </a:p>
          <a:p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B717D3-3D2E-C359-6451-C81ED915E6BC}"/>
              </a:ext>
            </a:extLst>
          </p:cNvPr>
          <p:cNvSpPr txBox="1"/>
          <p:nvPr/>
        </p:nvSpPr>
        <p:spPr>
          <a:xfrm>
            <a:off x="471947" y="6242638"/>
            <a:ext cx="3923072" cy="394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800" dirty="0"/>
              <a:t>*J. Park. ACS Nano, 18(43):29678–29688, 2024. PMID: 39401454.</a:t>
            </a:r>
          </a:p>
        </p:txBody>
      </p:sp>
    </p:spTree>
    <p:extLst>
      <p:ext uri="{BB962C8B-B14F-4D97-AF65-F5344CB8AC3E}">
        <p14:creationId xmlns:p14="http://schemas.microsoft.com/office/powerpoint/2010/main" val="1286622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ACB29-921E-1B4D-D9F5-B550E0696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52934-C3E5-9593-535B-4D4B6A0F1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MXenes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49013-A335-B684-57AE-FCCD452C9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class of 2-D materials</a:t>
            </a:r>
          </a:p>
          <a:p>
            <a:r>
              <a:rPr lang="en-US" dirty="0">
                <a:latin typeface="+mn-lt"/>
              </a:rPr>
              <a:t>P</a:t>
            </a:r>
            <a:r>
              <a:rPr lang="en-US" dirty="0">
                <a:effectLst/>
                <a:latin typeface="+mn-lt"/>
              </a:rPr>
              <a:t>ossess diverse set of properties</a:t>
            </a:r>
          </a:p>
          <a:p>
            <a:pPr lvl="1"/>
            <a:r>
              <a:rPr lang="en-US" dirty="0">
                <a:latin typeface="+mn-lt"/>
              </a:rPr>
              <a:t>Broadest known theoretical chemical </a:t>
            </a:r>
          </a:p>
          <a:p>
            <a:pPr marL="320040" lvl="1" indent="0">
              <a:buNone/>
            </a:pPr>
            <a:r>
              <a:rPr lang="en-US" dirty="0">
                <a:latin typeface="+mn-lt"/>
              </a:rPr>
              <a:t>   space among 2D materials*</a:t>
            </a:r>
            <a:endParaRPr lang="en-US" dirty="0">
              <a:effectLst/>
              <a:latin typeface="+mn-lt"/>
            </a:endParaRPr>
          </a:p>
          <a:p>
            <a:r>
              <a:rPr lang="en-US" dirty="0">
                <a:effectLst/>
                <a:latin typeface="+mn-lt"/>
              </a:rPr>
              <a:t>Have wide range of applications</a:t>
            </a:r>
          </a:p>
          <a:p>
            <a:pPr lvl="1"/>
            <a:r>
              <a:rPr lang="en-US" dirty="0">
                <a:latin typeface="+mn-lt"/>
              </a:rPr>
              <a:t>F</a:t>
            </a:r>
            <a:r>
              <a:rPr lang="en-US" dirty="0">
                <a:effectLst/>
                <a:latin typeface="+mn-lt"/>
              </a:rPr>
              <a:t>lexible optoelectronics</a:t>
            </a:r>
          </a:p>
          <a:p>
            <a:pPr lvl="1"/>
            <a:r>
              <a:rPr lang="en-US" dirty="0">
                <a:latin typeface="+mn-lt"/>
              </a:rPr>
              <a:t>S</a:t>
            </a:r>
            <a:r>
              <a:rPr lang="en-US" dirty="0">
                <a:effectLst/>
                <a:latin typeface="+mn-lt"/>
              </a:rPr>
              <a:t>olar energy conversion</a:t>
            </a:r>
          </a:p>
          <a:p>
            <a:pPr lvl="1"/>
            <a:r>
              <a:rPr lang="en-US" dirty="0">
                <a:latin typeface="+mn-lt"/>
              </a:rPr>
              <a:t>C</a:t>
            </a:r>
            <a:r>
              <a:rPr lang="en-US" dirty="0">
                <a:effectLst/>
                <a:latin typeface="+mn-lt"/>
              </a:rPr>
              <a:t>atalysis</a:t>
            </a:r>
          </a:p>
          <a:p>
            <a:pPr lvl="1"/>
            <a:r>
              <a:rPr lang="en-US" dirty="0">
                <a:latin typeface="+mn-lt"/>
              </a:rPr>
              <a:t>B</a:t>
            </a:r>
            <a:r>
              <a:rPr lang="en-US" dirty="0">
                <a:effectLst/>
                <a:latin typeface="+mn-lt"/>
              </a:rPr>
              <a:t>atteries</a:t>
            </a:r>
          </a:p>
          <a:p>
            <a:pPr lvl="1"/>
            <a:r>
              <a:rPr lang="en-US" dirty="0">
                <a:latin typeface="+mn-lt"/>
              </a:rPr>
              <a:t>C</a:t>
            </a:r>
            <a:r>
              <a:rPr lang="en-US" dirty="0">
                <a:effectLst/>
                <a:latin typeface="+mn-lt"/>
              </a:rPr>
              <a:t>hemical sensing</a:t>
            </a:r>
          </a:p>
          <a:p>
            <a:pPr lvl="1"/>
            <a:r>
              <a:rPr lang="en-US" dirty="0">
                <a:effectLst/>
                <a:latin typeface="+mn-lt"/>
              </a:rPr>
              <a:t>And many more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2A02B0-4E24-DCDB-9F4C-D9CA8B502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988A96-A9A5-CE1A-30EE-169AB7E49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514" y="1548784"/>
            <a:ext cx="5823497" cy="4163797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529C91-A48B-DA32-F5FE-DB3DE131389C}"/>
              </a:ext>
            </a:extLst>
          </p:cNvPr>
          <p:cNvSpPr txBox="1"/>
          <p:nvPr/>
        </p:nvSpPr>
        <p:spPr>
          <a:xfrm>
            <a:off x="6096000" y="5745322"/>
            <a:ext cx="6096346" cy="39413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700" dirty="0"/>
              <a:t>Source: </a:t>
            </a:r>
            <a:r>
              <a:rPr lang="en-US" sz="800" dirty="0"/>
              <a:t>B. </a:t>
            </a:r>
            <a:r>
              <a:rPr lang="en-US" sz="800" dirty="0" err="1"/>
              <a:t>Anasori</a:t>
            </a:r>
            <a:r>
              <a:rPr lang="en-US" sz="800" dirty="0"/>
              <a:t> and Y. </a:t>
            </a:r>
            <a:r>
              <a:rPr lang="en-US" sz="800" dirty="0" err="1"/>
              <a:t>Gogotsi</a:t>
            </a:r>
            <a:r>
              <a:rPr lang="en-US" sz="800" dirty="0"/>
              <a:t>. 2D Metal Carbides and Nitrides (</a:t>
            </a:r>
            <a:r>
              <a:rPr lang="en-US" sz="800" dirty="0" err="1"/>
              <a:t>MXenes</a:t>
            </a:r>
            <a:r>
              <a:rPr lang="en-US" sz="800" dirty="0"/>
              <a:t>) Structure, Properties and Applications. Springer, 06 2019.</a:t>
            </a:r>
          </a:p>
          <a:p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222DE4-3206-BC8C-1950-E5F479F42FDF}"/>
              </a:ext>
            </a:extLst>
          </p:cNvPr>
          <p:cNvSpPr txBox="1"/>
          <p:nvPr/>
        </p:nvSpPr>
        <p:spPr>
          <a:xfrm>
            <a:off x="452282" y="6402413"/>
            <a:ext cx="3923072" cy="394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800" dirty="0"/>
              <a:t>*J. Park. ACS Nano, 18(43):29678–29688, 2024. PMID: 39401454.</a:t>
            </a:r>
          </a:p>
        </p:txBody>
      </p:sp>
    </p:spTree>
    <p:extLst>
      <p:ext uri="{BB962C8B-B14F-4D97-AF65-F5344CB8AC3E}">
        <p14:creationId xmlns:p14="http://schemas.microsoft.com/office/powerpoint/2010/main" val="2274632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6FEC8-F0F0-B6D0-3B16-561CA89C8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Unfortunately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7C337-CDB3-1EE6-E548-353017403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MXenes</a:t>
            </a:r>
            <a:r>
              <a:rPr lang="en-US" dirty="0"/>
              <a:t> are challenging to synthesize</a:t>
            </a:r>
          </a:p>
          <a:p>
            <a:pPr lvl="1"/>
            <a:r>
              <a:rPr lang="en-US" dirty="0"/>
              <a:t>Fewer than 200 </a:t>
            </a:r>
            <a:r>
              <a:rPr lang="en-US" dirty="0" err="1"/>
              <a:t>MXenes</a:t>
            </a:r>
            <a:r>
              <a:rPr lang="en-US" dirty="0"/>
              <a:t> have been synthesized</a:t>
            </a:r>
          </a:p>
          <a:p>
            <a:r>
              <a:rPr lang="en-US" dirty="0"/>
              <a:t>Physics-based Computational modelling is slow</a:t>
            </a:r>
          </a:p>
          <a:p>
            <a:pPr lvl="1"/>
            <a:r>
              <a:rPr lang="en-US" b="1" dirty="0"/>
              <a:t>Takes about a day to calculate a target property for one </a:t>
            </a:r>
            <a:r>
              <a:rPr lang="en-US" b="1" dirty="0" err="1"/>
              <a:t>MXene</a:t>
            </a:r>
            <a:r>
              <a:rPr lang="en-US" b="1" dirty="0"/>
              <a:t> with DFT</a:t>
            </a:r>
          </a:p>
          <a:p>
            <a:r>
              <a:rPr lang="en-US" dirty="0"/>
              <a:t>Thus, ML/DL is needed to help guide experimentalists</a:t>
            </a:r>
          </a:p>
          <a:p>
            <a:r>
              <a:rPr lang="en-US" b="1" dirty="0"/>
              <a:t>Our method performs around 1 second to calculate a target property for one </a:t>
            </a:r>
            <a:r>
              <a:rPr lang="en-US" b="1" dirty="0" err="1"/>
              <a:t>MXene</a:t>
            </a:r>
            <a:endParaRPr lang="en-US" b="1" dirty="0"/>
          </a:p>
          <a:p>
            <a:pPr lvl="1"/>
            <a:r>
              <a:rPr lang="en-US" b="1" dirty="0"/>
              <a:t>~50,000x faster than DFT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D131A-B087-E413-DCDA-3FEE620B5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960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33487-9E89-FAB8-035C-A48EB39D0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</a:t>
            </a:r>
            <a:r>
              <a:rPr lang="en-US" dirty="0" err="1"/>
              <a:t>MXene</a:t>
            </a:r>
            <a:r>
              <a:rPr lang="en-US" dirty="0"/>
              <a:t> Properties should we predict?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78DBA-34C0-8CFC-285E-5984C72A8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talked with more than a dozen </a:t>
            </a:r>
            <a:r>
              <a:rPr lang="en-US" dirty="0" err="1"/>
              <a:t>MXenes</a:t>
            </a:r>
            <a:r>
              <a:rPr lang="en-US" dirty="0"/>
              <a:t> researchers</a:t>
            </a:r>
          </a:p>
          <a:p>
            <a:r>
              <a:rPr lang="en-US" dirty="0"/>
              <a:t>Compiled a list of “desired” </a:t>
            </a:r>
            <a:r>
              <a:rPr lang="en-US" dirty="0" err="1"/>
              <a:t>MXene</a:t>
            </a:r>
            <a:r>
              <a:rPr lang="en-US" dirty="0"/>
              <a:t> properties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55BAD-BEB3-F363-3707-08C36B961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470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7228A-CACB-A4B5-5F5F-3B9328E88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“Desired” MXene Properties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C426FF6-44F8-4276-88F8-A84C3C1E6C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711799"/>
              </p:ext>
            </p:extLst>
          </p:nvPr>
        </p:nvGraphicFramePr>
        <p:xfrm>
          <a:off x="442452" y="1341724"/>
          <a:ext cx="10972800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89319874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785133996"/>
                    </a:ext>
                  </a:extLst>
                </a:gridCol>
              </a:tblGrid>
              <a:tr h="296820">
                <a:tc>
                  <a:txBody>
                    <a:bodyPr/>
                    <a:lstStyle/>
                    <a:p>
                      <a:r>
                        <a:rPr lang="en-US" sz="1400" dirty="0"/>
                        <a:t>Property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Property Name (continued)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083199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Band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Magnetic (T/F)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7627177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Carrier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Metallic (T/F)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353515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Carrier Effective 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Optical Absorption Coefficient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53593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Carrier Lifetime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Permeability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9194813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Carrier Mobility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Permittivity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179266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Charge Recombination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Poisson’s 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438470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d-Band 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Reflectivity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552958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Density of States at Fermi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Resistivity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287113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Dynamically 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Seebeck</a:t>
                      </a:r>
                      <a:r>
                        <a:rPr lang="en-US" sz="1400" dirty="0"/>
                        <a:t> Coefficient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238744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Elastic Moduli (Bulk, Shear, Young’s)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Sensitivity to Disorder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815509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Elastic Coefficients, c</a:t>
                      </a:r>
                      <a:r>
                        <a:rPr lang="en-US" sz="1400" baseline="-25000" dirty="0"/>
                        <a:t>11</a:t>
                      </a:r>
                      <a:r>
                        <a:rPr lang="en-US" sz="1400" dirty="0"/>
                        <a:t> and c</a:t>
                      </a:r>
                      <a:r>
                        <a:rPr lang="en-US" sz="1400" baseline="-250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Termination Binding Energy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7508892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Energy above Convex Hull</a:t>
                      </a:r>
                      <a:endParaRPr 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Thermal Conductivity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061308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Electrical Conductivity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THz Range (Transmission)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170691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Heat of 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Transmittance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453526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Hole Effective 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Work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008796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Lattice 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93033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D610A-DA3C-9BC4-A636-86081A767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827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03698-5E77-8AFA-2A43-657DCBDE6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5E970-51E6-EE86-83CF-113311E0E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“Desired” MXene Properties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95E5C57D-AC69-12E2-B776-66D5308654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009"/>
              </p:ext>
            </p:extLst>
          </p:nvPr>
        </p:nvGraphicFramePr>
        <p:xfrm>
          <a:off x="442452" y="1341724"/>
          <a:ext cx="10972800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89319874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785133996"/>
                    </a:ext>
                  </a:extLst>
                </a:gridCol>
              </a:tblGrid>
              <a:tr h="296820">
                <a:tc>
                  <a:txBody>
                    <a:bodyPr/>
                    <a:lstStyle/>
                    <a:p>
                      <a:r>
                        <a:rPr lang="en-US" sz="1400" dirty="0"/>
                        <a:t>Property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Property Name (continued)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083199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Band Gap*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Magnetic (T/F)*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7627177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Carrier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Metallic (T/F)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353515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Carrier Effective 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Optical Absorption Coefficient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53593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Carrier Lifetime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Permeability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9194813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Carrier Mobility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Permittivity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179266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Charge Recombination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Poisson’s Ratio*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438470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d-Band Center*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Reflectivity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552958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Density of States at Fermi Level*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Resistivity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287113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Dynamically Stable*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Seebeck</a:t>
                      </a:r>
                      <a:r>
                        <a:rPr lang="en-US" sz="1400" dirty="0"/>
                        <a:t> Coefficient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238744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Elastic Moduli (Bulk, Shear, Young’s)*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Sensitivity to Disorder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815509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Elastic Coefficients, c</a:t>
                      </a:r>
                      <a:r>
                        <a:rPr lang="en-US" sz="1400" b="1" baseline="-25000" dirty="0"/>
                        <a:t>11</a:t>
                      </a:r>
                      <a:r>
                        <a:rPr lang="en-US" sz="1400" b="1" dirty="0"/>
                        <a:t> and c</a:t>
                      </a:r>
                      <a:r>
                        <a:rPr lang="en-US" sz="1400" b="1" baseline="-25000" dirty="0"/>
                        <a:t>12</a:t>
                      </a:r>
                      <a:r>
                        <a:rPr lang="en-US" sz="1400" b="1" dirty="0"/>
                        <a:t>*</a:t>
                      </a:r>
                      <a:endParaRPr lang="en-US" sz="1400" b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Termination Binding Energy*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7508892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Electrical Conductivity</a:t>
                      </a:r>
                      <a:endParaRPr 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Thermal Conductivity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061308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Energy above Convex Hull*</a:t>
                      </a:r>
                      <a:endParaRPr lang="en-US" sz="1400" b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THz Range (Transmission)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170691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Heat of Formation*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Transmittance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453526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Hole Effective 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Work Function*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008796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Lattice Constant*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93033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FFA25-57F1-6380-36FB-6369E19DD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630447-CFFA-7AAD-C29C-33D57CAF5603}"/>
              </a:ext>
            </a:extLst>
          </p:cNvPr>
          <p:cNvSpPr txBox="1"/>
          <p:nvPr/>
        </p:nvSpPr>
        <p:spPr>
          <a:xfrm>
            <a:off x="698091" y="6584343"/>
            <a:ext cx="3726426" cy="25847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200" dirty="0"/>
              <a:t>* Indicates sufficient training data found</a:t>
            </a:r>
          </a:p>
        </p:txBody>
      </p:sp>
    </p:spTree>
    <p:extLst>
      <p:ext uri="{BB962C8B-B14F-4D97-AF65-F5344CB8AC3E}">
        <p14:creationId xmlns:p14="http://schemas.microsoft.com/office/powerpoint/2010/main" val="3984797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731BF-3748-968C-9589-6F4260BA6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70F4589-ADC0-E00C-EDF9-DFBBEF533EBB}"/>
              </a:ext>
            </a:extLst>
          </p:cNvPr>
          <p:cNvSpPr txBox="1">
            <a:spLocks/>
          </p:cNvSpPr>
          <p:nvPr/>
        </p:nvSpPr>
        <p:spPr>
          <a:xfrm>
            <a:off x="609600" y="2537925"/>
            <a:ext cx="9144000" cy="152400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Quick Summary of Phases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EFCAA94-52A4-505E-79DD-53A272CB8F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4293572"/>
            <a:ext cx="9144000" cy="1524001"/>
          </a:xfrm>
        </p:spPr>
        <p:txBody>
          <a:bodyPr>
            <a:normAutofit/>
          </a:bodyPr>
          <a:lstStyle/>
          <a:p>
            <a:r>
              <a:rPr lang="en-US" dirty="0"/>
              <a:t>More details later!</a:t>
            </a:r>
          </a:p>
        </p:txBody>
      </p:sp>
    </p:spTree>
    <p:extLst>
      <p:ext uri="{BB962C8B-B14F-4D97-AF65-F5344CB8AC3E}">
        <p14:creationId xmlns:p14="http://schemas.microsoft.com/office/powerpoint/2010/main" val="565546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088D6-53CA-A2A5-2DED-76E509267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0: Predicting </a:t>
            </a:r>
            <a:r>
              <a:rPr lang="en-US" dirty="0" err="1"/>
              <a:t>MXene</a:t>
            </a:r>
            <a:r>
              <a:rPr lang="en-US" dirty="0"/>
              <a:t> Properties via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A8805-9899-839A-2FBC-EABD137E5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work described in this chapter is published in the IEEE ICMLA-2022 conference proceedings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A05DA-ED34-533B-6892-CDD36521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6649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7BC33-D97D-82C4-1E5B-B1B43053F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C10C9-D891-5318-4046-F7FC8BD8B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0: Predicting </a:t>
            </a:r>
            <a:r>
              <a:rPr lang="en-US" dirty="0" err="1"/>
              <a:t>MXene</a:t>
            </a:r>
            <a:r>
              <a:rPr lang="en-US" dirty="0"/>
              <a:t> Properties via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7158E-D715-809D-2B1A-118E59B9E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work described in this chapter is published in the IEEE ICMLA-2022 conference proceedings</a:t>
            </a:r>
          </a:p>
          <a:p>
            <a:r>
              <a:rPr lang="en-US" dirty="0"/>
              <a:t>We investigate standard machine learning models to predict </a:t>
            </a:r>
            <a:r>
              <a:rPr lang="en-US" dirty="0" err="1"/>
              <a:t>MXene</a:t>
            </a:r>
            <a:r>
              <a:rPr lang="en-US" dirty="0"/>
              <a:t> properties using only basic atomic information of a </a:t>
            </a:r>
            <a:r>
              <a:rPr lang="en-US" dirty="0" err="1"/>
              <a:t>MXene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9572F-AFE6-E05B-3811-764C3DB28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243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73C98-ED72-A000-8B26-785EC9C5B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5916E-CAF7-AB81-4DBB-41D3B8FC1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0: Predicting </a:t>
            </a:r>
            <a:r>
              <a:rPr lang="en-US" dirty="0" err="1"/>
              <a:t>MXene</a:t>
            </a:r>
            <a:r>
              <a:rPr lang="en-US" dirty="0"/>
              <a:t> Properties via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608C2-2481-00A0-7F10-DAF05105A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work described in this chapter is published in the IEEE ICMLA-2022 conference proceedings</a:t>
            </a:r>
          </a:p>
          <a:p>
            <a:r>
              <a:rPr lang="en-US" dirty="0"/>
              <a:t>We investigate standard machine learning models to predict </a:t>
            </a:r>
            <a:r>
              <a:rPr lang="en-US" dirty="0" err="1"/>
              <a:t>MXene</a:t>
            </a:r>
            <a:r>
              <a:rPr lang="en-US" dirty="0"/>
              <a:t> properties using only basic atomic information of a </a:t>
            </a:r>
            <a:r>
              <a:rPr lang="en-US" dirty="0" err="1"/>
              <a:t>MXene</a:t>
            </a:r>
            <a:endParaRPr lang="en-US" dirty="0"/>
          </a:p>
          <a:p>
            <a:r>
              <a:rPr lang="en-US" dirty="0"/>
              <a:t> The model performance was not terrible, but it caused us to look for more complex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C1693-C1F5-78A9-9577-E89E37C59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5700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AAF7D-605B-59AA-9955-A43B0F80D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1: Graph Contrastive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1EADA-B6DC-A9A7-44BC-4B6E3C6D4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work described in this chapter is published in IEEE NAP-2024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9AAE2-964F-6FED-3047-6DE033021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9317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AEB6A-F9CA-AC6B-43AA-C5C8043B8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C6A6A-F239-7AB6-43F2-5B51F1B20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1: Graph Contrastive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152B0-CD39-F5E7-F832-E37EBC707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work described in this chapter is published in IEEE NAP-2024</a:t>
            </a:r>
          </a:p>
          <a:p>
            <a:r>
              <a:rPr lang="en-US" dirty="0"/>
              <a:t>We trained models through Graph Contrastive Learning (GCL), a type of Graph Neural Network-based deep learning algorithm, to predict </a:t>
            </a:r>
            <a:r>
              <a:rPr lang="en-US" dirty="0" err="1"/>
              <a:t>MXene</a:t>
            </a:r>
            <a:r>
              <a:rPr lang="en-US" dirty="0"/>
              <a:t> properties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63DB4-4711-DCAF-E1EB-8F2106658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980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7D739-4EC4-CBB8-432F-E275F0919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3C176-D11A-DBC7-2567-E5B61794B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1: Graph Contrastive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1F5B9-2D75-7AE7-9E35-69B41895B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work described in this chapter is published in IEEE NAP-2024</a:t>
            </a:r>
          </a:p>
          <a:p>
            <a:r>
              <a:rPr lang="en-US" dirty="0"/>
              <a:t>We trained models through Graph Contrastive Learning (GCL), a type of Graph Neural Network-based deep learning algorithm, to predict </a:t>
            </a:r>
            <a:r>
              <a:rPr lang="en-US" dirty="0" err="1"/>
              <a:t>MXene</a:t>
            </a:r>
            <a:r>
              <a:rPr lang="en-US" dirty="0"/>
              <a:t> properties</a:t>
            </a:r>
          </a:p>
          <a:p>
            <a:r>
              <a:rPr lang="en-US" dirty="0"/>
              <a:t>GCL models performed better than standard ML models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034E-0E2A-CA8F-BF4B-2CE4E8967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4863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44695-8E1D-DA41-B83A-A3640D830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0B1A6-2F17-3D89-215A-E7D847CAB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1: Graph Contrastive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B4950-43BA-CD2B-FA2D-62C413392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work described in this chapter is published in IEEE NAP-2024</a:t>
            </a:r>
          </a:p>
          <a:p>
            <a:r>
              <a:rPr lang="en-US" dirty="0"/>
              <a:t>We trained models through Graph Contrastive Learning (GCL), a type of Graph Neural Network-based deep learning algorithm, to predict </a:t>
            </a:r>
            <a:r>
              <a:rPr lang="en-US" dirty="0" err="1"/>
              <a:t>MXene</a:t>
            </a:r>
            <a:r>
              <a:rPr lang="en-US" dirty="0"/>
              <a:t> properties</a:t>
            </a:r>
          </a:p>
          <a:p>
            <a:r>
              <a:rPr lang="en-US" dirty="0"/>
              <a:t>GCL models performed better than standard ML models </a:t>
            </a:r>
          </a:p>
          <a:p>
            <a:r>
              <a:rPr lang="en-US" dirty="0"/>
              <a:t>However, require a </a:t>
            </a:r>
            <a:r>
              <a:rPr lang="en-US" dirty="0" err="1"/>
              <a:t>MXene’s</a:t>
            </a:r>
            <a:r>
              <a:rPr lang="en-US" dirty="0"/>
              <a:t> crystal structure information as input </a:t>
            </a:r>
          </a:p>
          <a:p>
            <a:pPr lvl="1"/>
            <a:r>
              <a:rPr lang="en-US" dirty="0"/>
              <a:t>Drawback, since </a:t>
            </a:r>
            <a:r>
              <a:rPr lang="en-US" dirty="0" err="1"/>
              <a:t>MXene</a:t>
            </a:r>
            <a:r>
              <a:rPr lang="en-US" dirty="0"/>
              <a:t> graph structure information typically requires computationally expensive Density Functional Theory predictions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013B8-F0FF-763C-7E13-1D0FBFE9E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11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BF6AC-2D98-67CA-42AF-F61C7FDE9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7EA03-4EE1-E232-5372-7333877EB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1: Graph Contrastive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40857-D19F-E309-6539-6492D71EF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work described in this chapter is published in IEEE NAP-2024</a:t>
            </a:r>
          </a:p>
          <a:p>
            <a:r>
              <a:rPr lang="en-US" dirty="0"/>
              <a:t>We trained models through Graph Contrastive Learning (GCL), a type of Graph Neural Network-based deep learning algorithm, to predict </a:t>
            </a:r>
            <a:r>
              <a:rPr lang="en-US" dirty="0" err="1"/>
              <a:t>MXene</a:t>
            </a:r>
            <a:r>
              <a:rPr lang="en-US" dirty="0"/>
              <a:t> properties</a:t>
            </a:r>
          </a:p>
          <a:p>
            <a:r>
              <a:rPr lang="en-US" dirty="0"/>
              <a:t>GCL models performed better than standard ML models </a:t>
            </a:r>
          </a:p>
          <a:p>
            <a:r>
              <a:rPr lang="en-US" dirty="0"/>
              <a:t>However, require a </a:t>
            </a:r>
            <a:r>
              <a:rPr lang="en-US" dirty="0" err="1"/>
              <a:t>MXene’s</a:t>
            </a:r>
            <a:r>
              <a:rPr lang="en-US" dirty="0"/>
              <a:t> crystal structure information as input </a:t>
            </a:r>
          </a:p>
          <a:p>
            <a:pPr lvl="1"/>
            <a:r>
              <a:rPr lang="en-US" dirty="0"/>
              <a:t>Drawback, since </a:t>
            </a:r>
            <a:r>
              <a:rPr lang="en-US" dirty="0" err="1"/>
              <a:t>MXene</a:t>
            </a:r>
            <a:r>
              <a:rPr lang="en-US" dirty="0"/>
              <a:t> graph structure information typically requires computationally expensive Density Functional Theory predictions </a:t>
            </a:r>
          </a:p>
          <a:p>
            <a:r>
              <a:rPr lang="en-US" dirty="0"/>
              <a:t>We continued to look for more accurate types of graph based models.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8BDD5-F76B-457C-F01A-8FCB6E19C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520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10CD9-AC91-3B60-DAE1-0E4A7E155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51367"/>
            <a:ext cx="11169445" cy="800100"/>
          </a:xfrm>
        </p:spPr>
        <p:txBody>
          <a:bodyPr/>
          <a:lstStyle/>
          <a:p>
            <a:r>
              <a:rPr lang="en-US" dirty="0"/>
              <a:t>Phase 2: Atomistic Line Graph Neural Networks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F7B9F-8689-F2E0-20A4-7FCA8440E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work in this chapter is accepted for publication for IEEE ICAD 2025</a:t>
            </a:r>
          </a:p>
          <a:p>
            <a:r>
              <a:rPr lang="en-US" dirty="0"/>
              <a:t>We train Atomistic Line Graph Neural Network (ALIGNNTL)-based models to predict </a:t>
            </a:r>
            <a:r>
              <a:rPr lang="en-US" dirty="0" err="1"/>
              <a:t>MXene</a:t>
            </a:r>
            <a:r>
              <a:rPr lang="en-US" dirty="0"/>
              <a:t> properties when given a </a:t>
            </a:r>
            <a:r>
              <a:rPr lang="en-US" dirty="0" err="1"/>
              <a:t>MXene’s</a:t>
            </a:r>
            <a:r>
              <a:rPr lang="en-US" dirty="0"/>
              <a:t> crystal structure information.</a:t>
            </a:r>
          </a:p>
          <a:p>
            <a:r>
              <a:rPr lang="en-US" dirty="0"/>
              <a:t>These models performed better than the models from Phase 0 and Phase 1.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E088D-652F-4665-6F11-2C77E1731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6855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E43B3-C13D-C93B-0EC8-84E3FC9C1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3DB9B-890E-72BB-27CF-B441772FC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51367"/>
            <a:ext cx="11169445" cy="800100"/>
          </a:xfrm>
        </p:spPr>
        <p:txBody>
          <a:bodyPr/>
          <a:lstStyle/>
          <a:p>
            <a:r>
              <a:rPr lang="en-US" dirty="0"/>
              <a:t>Phase 2: Atomistic Line Graph Neural Networks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12729-F824-69FE-A50A-5471ABCFB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work in this chapter is accepted for publication for IEEE ICAD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D5597-0CBE-6CEC-44E5-C4DA4EE98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1432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B18FF-B9A1-3626-005F-BBFB45F6B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70D4C-6F03-47B9-9720-D9B172D67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51367"/>
            <a:ext cx="11169445" cy="800100"/>
          </a:xfrm>
        </p:spPr>
        <p:txBody>
          <a:bodyPr/>
          <a:lstStyle/>
          <a:p>
            <a:r>
              <a:rPr lang="en-US" dirty="0"/>
              <a:t>Phase 2: Atomistic Line Graph Neural Networks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A0AE9-A9C2-406E-88EC-6B1ADAE54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work in this chapter is accepted for publication for IEEE ICAD 2025</a:t>
            </a:r>
          </a:p>
          <a:p>
            <a:r>
              <a:rPr lang="en-US" dirty="0"/>
              <a:t>We train Atomistic Line Graph Neural Network (ALIGNNTL)-based models to predict </a:t>
            </a:r>
            <a:r>
              <a:rPr lang="en-US" dirty="0" err="1"/>
              <a:t>MXene</a:t>
            </a:r>
            <a:r>
              <a:rPr lang="en-US" dirty="0"/>
              <a:t> properties when given a </a:t>
            </a:r>
            <a:r>
              <a:rPr lang="en-US" dirty="0" err="1"/>
              <a:t>MXene’s</a:t>
            </a:r>
            <a:r>
              <a:rPr lang="en-US" dirty="0"/>
              <a:t> crystal structure information.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F0427-7ED5-C01D-A5E4-FC4254ED6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9127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A25AD-D70C-387B-A353-BBB1C0F1F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19F3E-A74C-6964-5AFA-4262F63FA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51367"/>
            <a:ext cx="11169445" cy="800100"/>
          </a:xfrm>
        </p:spPr>
        <p:txBody>
          <a:bodyPr/>
          <a:lstStyle/>
          <a:p>
            <a:r>
              <a:rPr lang="en-US" dirty="0"/>
              <a:t>Phase 2: Atomistic Line Graph Neural Networks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31086-020D-4889-CA01-768A9832F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work in this chapter is accepted for publication for IEEE ICAD 2025</a:t>
            </a:r>
          </a:p>
          <a:p>
            <a:r>
              <a:rPr lang="en-US" dirty="0"/>
              <a:t>We train Atomistic Line Graph Neural Network (ALIGNNTL)-based models to predict </a:t>
            </a:r>
            <a:r>
              <a:rPr lang="en-US" dirty="0" err="1"/>
              <a:t>MXene</a:t>
            </a:r>
            <a:r>
              <a:rPr lang="en-US" dirty="0"/>
              <a:t> properties when given a </a:t>
            </a:r>
            <a:r>
              <a:rPr lang="en-US" dirty="0" err="1"/>
              <a:t>MXene’s</a:t>
            </a:r>
            <a:r>
              <a:rPr lang="en-US" dirty="0"/>
              <a:t> crystal structure information.</a:t>
            </a:r>
          </a:p>
          <a:p>
            <a:r>
              <a:rPr lang="en-US" dirty="0"/>
              <a:t>These models performed better than the models from Phase 0 and Phase 1.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8731F-4A8F-3F74-F111-5AC972C40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7317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0B0E5-F49A-D21A-8DFA-F67E371F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3: Generating </a:t>
            </a:r>
            <a:r>
              <a:rPr lang="en-US" dirty="0" err="1"/>
              <a:t>MXene</a:t>
            </a:r>
            <a:r>
              <a:rPr lang="en-US" dirty="0"/>
              <a:t>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787E2-1DFF-E90D-9E40-033D0C902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work in this phase has been submitted to the 2025 IEEE NAP conference (same paper as Phase 4)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750A9-BDD3-B657-73A6-36CDC4E9A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3153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0953C-4A28-F7CF-587A-5F942D7D8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FBE4A-DFFA-6A60-8F29-7E95F90E0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3: Generating </a:t>
            </a:r>
            <a:r>
              <a:rPr lang="en-US" dirty="0" err="1"/>
              <a:t>MXene</a:t>
            </a:r>
            <a:r>
              <a:rPr lang="en-US" dirty="0"/>
              <a:t>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E8C7D-F777-2457-F9A5-9FAF47FBF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work in this phase has been submitted to the 2025 IEEE NAP conference (same paper as Phase 4)</a:t>
            </a:r>
          </a:p>
          <a:p>
            <a:r>
              <a:rPr lang="en-US" dirty="0"/>
              <a:t>We develop a novel rules-based algorithm to generate chemically accurate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893AA-7876-5310-FC44-646478E56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7739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9F3DD-B244-8EAE-97F3-4BF917DBB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9AC5E-2143-80B9-CA4F-B405034BE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3: Generating </a:t>
            </a:r>
            <a:r>
              <a:rPr lang="en-US" dirty="0" err="1"/>
              <a:t>MXene</a:t>
            </a:r>
            <a:r>
              <a:rPr lang="en-US" dirty="0"/>
              <a:t>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E0C6D-FB1F-AFC2-D6D3-BE4C6BBB4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work in this phase has been submitted to the 2025 IEEE NAP conference (same paper as Phase 4)</a:t>
            </a:r>
          </a:p>
          <a:p>
            <a:r>
              <a:rPr lang="en-US" dirty="0"/>
              <a:t>We develop a novel rules-based algorithm to generate chemically accurate</a:t>
            </a:r>
          </a:p>
          <a:p>
            <a:r>
              <a:rPr lang="en-US" dirty="0" err="1"/>
              <a:t>Mxene</a:t>
            </a:r>
            <a:r>
              <a:rPr lang="en-US" dirty="0"/>
              <a:t> crystal structures in .</a:t>
            </a:r>
            <a:r>
              <a:rPr lang="en-US" dirty="0" err="1"/>
              <a:t>cif</a:t>
            </a:r>
            <a:r>
              <a:rPr lang="en-US" dirty="0"/>
              <a:t> file format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CE825-60B5-2354-DEE7-690C62769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7431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9563E-4769-8B02-EEEE-2C9506981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CAFCA-8C1B-44A8-BA7F-0CA0C4D2B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3: Generating </a:t>
            </a:r>
            <a:r>
              <a:rPr lang="en-US" dirty="0" err="1"/>
              <a:t>MXene</a:t>
            </a:r>
            <a:r>
              <a:rPr lang="en-US" dirty="0"/>
              <a:t>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5A620-66B7-4D37-C82D-B8FFCA247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work in this phase has been submitted to the 2025 IEEE NAP conference (same paper as Phase 4)</a:t>
            </a:r>
          </a:p>
          <a:p>
            <a:r>
              <a:rPr lang="en-US" dirty="0"/>
              <a:t>We develop a novel rules-based algorithm to generate chemically accurate</a:t>
            </a:r>
          </a:p>
          <a:p>
            <a:r>
              <a:rPr lang="en-US" dirty="0" err="1"/>
              <a:t>Mxene</a:t>
            </a:r>
            <a:r>
              <a:rPr lang="en-US" dirty="0"/>
              <a:t> crystal structures in .</a:t>
            </a:r>
            <a:r>
              <a:rPr lang="en-US" dirty="0" err="1"/>
              <a:t>cif</a:t>
            </a:r>
            <a:r>
              <a:rPr lang="en-US" dirty="0"/>
              <a:t> file format</a:t>
            </a:r>
          </a:p>
          <a:p>
            <a:r>
              <a:rPr lang="en-US" dirty="0"/>
              <a:t>We use this algorithm to generate 13 million unique </a:t>
            </a:r>
            <a:r>
              <a:rPr lang="en-US" dirty="0" err="1"/>
              <a:t>MXenes</a:t>
            </a:r>
            <a:r>
              <a:rPr lang="en-US" dirty="0"/>
              <a:t>, 99.6% of which were predicted to be at least marginally stable by predictions for Heat of Formation or Dynamic Stability (T/F)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03452-DC56-384B-55E7-5028D9903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5082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8D83E-91BC-1AE3-20FE-92B4049A8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4: High-throughput Deep Learning for </a:t>
            </a:r>
            <a:r>
              <a:rPr lang="en-US" dirty="0" err="1"/>
              <a:t>MXene</a:t>
            </a:r>
            <a:r>
              <a:rPr lang="en-US" dirty="0"/>
              <a:t> Property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D003D-12F0-13CB-A771-A30C45589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work in this phase has been submitted to the 2025 IEEE NAP conference (same paper as Phase 3)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B669B-5A88-207E-915F-282A7BC4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6675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92374-ABB1-144D-8A2F-5B5A10242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69DB8-8380-F66D-7BB9-7A6684B17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4: High-throughput Deep Learning for </a:t>
            </a:r>
            <a:r>
              <a:rPr lang="en-US" dirty="0" err="1"/>
              <a:t>MXene</a:t>
            </a:r>
            <a:r>
              <a:rPr lang="en-US" dirty="0"/>
              <a:t> Property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D84CB-218C-6D02-E070-605F5DD12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work in this phase has been submitted to the 2025 IEEE NAP conference (same paper as Phase 3)</a:t>
            </a:r>
          </a:p>
          <a:p>
            <a:r>
              <a:rPr lang="en-US" dirty="0"/>
              <a:t>We retrain the ALIGNNTL-based models from Phase 2 on larger training datasets to predict 9 </a:t>
            </a:r>
            <a:r>
              <a:rPr lang="en-US" dirty="0" err="1"/>
              <a:t>MXene</a:t>
            </a:r>
            <a:r>
              <a:rPr lang="en-US" dirty="0"/>
              <a:t> target properties when given a </a:t>
            </a:r>
            <a:r>
              <a:rPr lang="en-US" dirty="0" err="1"/>
              <a:t>MXene’s</a:t>
            </a:r>
            <a:r>
              <a:rPr lang="en-US" dirty="0"/>
              <a:t> crystal structure information: </a:t>
            </a:r>
          </a:p>
          <a:p>
            <a:pPr lvl="1"/>
            <a:r>
              <a:rPr lang="en-US" dirty="0"/>
              <a:t>Band Gap, Bulk Modulus, </a:t>
            </a:r>
            <a:r>
              <a:rPr lang="en-US" dirty="0" err="1"/>
              <a:t>dBand</a:t>
            </a:r>
            <a:r>
              <a:rPr lang="en-US" dirty="0"/>
              <a:t> Center, Density of States (at Fermi Level), Dynamically Stable (T/F), Heat of Formation, Magnetic (T/F), Termination Binding Energy, and Work Function</a:t>
            </a:r>
          </a:p>
          <a:p>
            <a:r>
              <a:rPr lang="en-US" dirty="0"/>
              <a:t>Finally, we predict these target properties for each of the 13 million </a:t>
            </a:r>
            <a:r>
              <a:rPr lang="en-US" dirty="0" err="1"/>
              <a:t>MXenes</a:t>
            </a:r>
            <a:r>
              <a:rPr lang="en-US" dirty="0"/>
              <a:t> generated in Phase 3 </a:t>
            </a:r>
          </a:p>
          <a:p>
            <a:r>
              <a:rPr lang="en-US" dirty="0"/>
              <a:t>To our knowledge, this is the largest publicly-available dataset of </a:t>
            </a:r>
            <a:r>
              <a:rPr lang="en-US" dirty="0" err="1"/>
              <a:t>MXenes</a:t>
            </a:r>
            <a:r>
              <a:rPr lang="en-US" dirty="0"/>
              <a:t> properties to date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3FC74-4A87-35D1-9644-7299C60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030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C9249-CAFE-7405-267A-2EF32BBD6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BD2D3-4559-9B01-2D1E-750086B07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4: High-throughput Deep Learning for </a:t>
            </a:r>
            <a:r>
              <a:rPr lang="en-US" dirty="0" err="1"/>
              <a:t>MXene</a:t>
            </a:r>
            <a:r>
              <a:rPr lang="en-US" dirty="0"/>
              <a:t> Property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545B2-5817-F4A0-9456-28E44EA34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work in this phase has been submitted to the 2025 IEEE NAP conference (same paper as Phase 3)</a:t>
            </a:r>
          </a:p>
          <a:p>
            <a:r>
              <a:rPr lang="en-US" dirty="0"/>
              <a:t>We retrain the ALIGNNTL-based models from Phase 2 on larger training datasets to predict 9 </a:t>
            </a:r>
            <a:r>
              <a:rPr lang="en-US" dirty="0" err="1"/>
              <a:t>MXene</a:t>
            </a:r>
            <a:r>
              <a:rPr lang="en-US" dirty="0"/>
              <a:t> target properties when given a </a:t>
            </a:r>
            <a:r>
              <a:rPr lang="en-US" dirty="0" err="1"/>
              <a:t>MXene’s</a:t>
            </a:r>
            <a:r>
              <a:rPr lang="en-US" dirty="0"/>
              <a:t> crystal structure information: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97D17-1380-9A03-C580-AA1154D37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3447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767F0-19AF-B8BD-E0C1-4A30FD7B5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1EEFA-62EE-E373-4E5C-EC9149AD2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4: High-throughput Deep Learning for </a:t>
            </a:r>
            <a:r>
              <a:rPr lang="en-US" dirty="0" err="1"/>
              <a:t>MXene</a:t>
            </a:r>
            <a:r>
              <a:rPr lang="en-US" dirty="0"/>
              <a:t> Property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BC7E2-DC67-A093-14DC-7649FE29A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work in this phase has been submitted to the 2025 IEEE NAP conference (same paper as Phase 3)</a:t>
            </a:r>
          </a:p>
          <a:p>
            <a:r>
              <a:rPr lang="en-US" dirty="0"/>
              <a:t>We retrain the ALIGNNTL-based models from Phase 2 on larger training datasets to predict 9 </a:t>
            </a:r>
            <a:r>
              <a:rPr lang="en-US" dirty="0" err="1"/>
              <a:t>MXene</a:t>
            </a:r>
            <a:r>
              <a:rPr lang="en-US" dirty="0"/>
              <a:t> target properties when given a </a:t>
            </a:r>
            <a:r>
              <a:rPr lang="en-US" dirty="0" err="1"/>
              <a:t>MXene’s</a:t>
            </a:r>
            <a:r>
              <a:rPr lang="en-US" dirty="0"/>
              <a:t> crystal structure information: </a:t>
            </a:r>
          </a:p>
          <a:p>
            <a:pPr lvl="1"/>
            <a:r>
              <a:rPr lang="en-US" dirty="0"/>
              <a:t>Band Gap, Bulk Modulus, </a:t>
            </a:r>
            <a:r>
              <a:rPr lang="en-US" dirty="0" err="1"/>
              <a:t>dBand</a:t>
            </a:r>
            <a:r>
              <a:rPr lang="en-US" dirty="0"/>
              <a:t> Center, Density of States (at Fermi Level), Dynamically Stable (T/F), Heat of Formation, Magnetic (T/F), Termination Binding Energy, and Work Function</a:t>
            </a:r>
          </a:p>
          <a:p>
            <a:r>
              <a:rPr lang="en-US" dirty="0"/>
              <a:t>Finally, we predict these target properties for each of the 13 million </a:t>
            </a:r>
            <a:r>
              <a:rPr lang="en-US" dirty="0" err="1"/>
              <a:t>MXenes</a:t>
            </a:r>
            <a:r>
              <a:rPr lang="en-US" dirty="0"/>
              <a:t> generated in Phase 3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B4CC7A-AF54-584A-888A-A7CA3B0E6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0121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0373C-8FE2-3DB3-4EE6-2A14CAEE4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B5426-0BA3-177D-7DEA-A1E748903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4: High-throughput Deep Learning for </a:t>
            </a:r>
            <a:r>
              <a:rPr lang="en-US" dirty="0" err="1"/>
              <a:t>MXene</a:t>
            </a:r>
            <a:r>
              <a:rPr lang="en-US" dirty="0"/>
              <a:t> Property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5F71F-4485-3F8E-61A1-8A65484F6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work in this phase has been submitted to the 2025 IEEE NAP conference (same paper as Phase 3)</a:t>
            </a:r>
          </a:p>
          <a:p>
            <a:r>
              <a:rPr lang="en-US" dirty="0"/>
              <a:t>We retrain the ALIGNNTL-based models from Phase 2 on larger training datasets to predict 9 </a:t>
            </a:r>
            <a:r>
              <a:rPr lang="en-US" dirty="0" err="1"/>
              <a:t>MXene</a:t>
            </a:r>
            <a:r>
              <a:rPr lang="en-US" dirty="0"/>
              <a:t> target properties when given a </a:t>
            </a:r>
            <a:r>
              <a:rPr lang="en-US" dirty="0" err="1"/>
              <a:t>MXene’s</a:t>
            </a:r>
            <a:r>
              <a:rPr lang="en-US" dirty="0"/>
              <a:t> crystal structure information: </a:t>
            </a:r>
          </a:p>
          <a:p>
            <a:pPr lvl="1"/>
            <a:r>
              <a:rPr lang="en-US" dirty="0"/>
              <a:t>Band Gap, Bulk Modulus, </a:t>
            </a:r>
            <a:r>
              <a:rPr lang="en-US" dirty="0" err="1"/>
              <a:t>dBand</a:t>
            </a:r>
            <a:r>
              <a:rPr lang="en-US" dirty="0"/>
              <a:t> Center, Density of States (at Fermi Level), Dynamically Stable (T/F), Heat of Formation, Magnetic (T/F), Termination Binding Energy, and Work Function</a:t>
            </a:r>
          </a:p>
          <a:p>
            <a:r>
              <a:rPr lang="en-US" dirty="0"/>
              <a:t>Finally, we predict these target properties for each of the 13 million </a:t>
            </a:r>
            <a:r>
              <a:rPr lang="en-US" dirty="0" err="1"/>
              <a:t>MXenes</a:t>
            </a:r>
            <a:r>
              <a:rPr lang="en-US" dirty="0"/>
              <a:t> generated in Phase 3 </a:t>
            </a:r>
          </a:p>
          <a:p>
            <a:r>
              <a:rPr lang="en-US" dirty="0"/>
              <a:t>To our knowledge, this is the largest publicly-available dataset of </a:t>
            </a:r>
            <a:r>
              <a:rPr lang="en-US" dirty="0" err="1"/>
              <a:t>MXenes</a:t>
            </a:r>
            <a:r>
              <a:rPr lang="en-US" dirty="0"/>
              <a:t> properties to date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82C42-4898-140F-8C34-2EEB3157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5875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F1E29-9F42-20F1-1B11-7FF8D9006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126767B-3C77-1B41-5522-81D47D33946F}"/>
              </a:ext>
            </a:extLst>
          </p:cNvPr>
          <p:cNvSpPr txBox="1">
            <a:spLocks/>
          </p:cNvSpPr>
          <p:nvPr/>
        </p:nvSpPr>
        <p:spPr>
          <a:xfrm>
            <a:off x="609599" y="2537925"/>
            <a:ext cx="9773265" cy="152400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More detailed summary of Phases</a:t>
            </a:r>
          </a:p>
        </p:txBody>
      </p:sp>
    </p:spTree>
    <p:extLst>
      <p:ext uri="{BB962C8B-B14F-4D97-AF65-F5344CB8AC3E}">
        <p14:creationId xmlns:p14="http://schemas.microsoft.com/office/powerpoint/2010/main" val="21116275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5923D-E72B-4A91-B6EC-80DB8A95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6200"/>
            <a:ext cx="11074400" cy="1066800"/>
          </a:xfrm>
        </p:spPr>
        <p:txBody>
          <a:bodyPr anchor="b">
            <a:normAutofit/>
          </a:bodyPr>
          <a:lstStyle/>
          <a:p>
            <a:r>
              <a:rPr lang="en-US" dirty="0"/>
              <a:t>Background</a:t>
            </a: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FAD093EC-B187-D95B-D2B9-07EC04395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3709" y="2206955"/>
            <a:ext cx="7058691" cy="3282291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1D0F6-EA16-4227-9860-C894478C11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1890" y="1524000"/>
            <a:ext cx="3564876" cy="4648200"/>
          </a:xfrm>
        </p:spPr>
        <p:txBody>
          <a:bodyPr anchor="t">
            <a:normAutofit/>
          </a:bodyPr>
          <a:lstStyle/>
          <a:p>
            <a:pPr marL="342900" indent="-342900" font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MXenes take the form M</a:t>
            </a:r>
            <a:r>
              <a:rPr lang="en-US" baseline="-25000" dirty="0">
                <a:solidFill>
                  <a:schemeClr val="tx1"/>
                </a:solidFill>
              </a:rPr>
              <a:t>n+1</a:t>
            </a:r>
            <a:r>
              <a:rPr lang="en-US" dirty="0">
                <a:solidFill>
                  <a:schemeClr val="tx1"/>
                </a:solidFill>
              </a:rPr>
              <a:t>X</a:t>
            </a:r>
            <a:r>
              <a:rPr lang="en-US" baseline="-25000" dirty="0">
                <a:solidFill>
                  <a:schemeClr val="tx1"/>
                </a:solidFill>
              </a:rPr>
              <a:t>n</a:t>
            </a:r>
            <a:r>
              <a:rPr lang="en-US" dirty="0">
                <a:solidFill>
                  <a:schemeClr val="tx1"/>
                </a:solidFill>
              </a:rPr>
              <a:t>T</a:t>
            </a:r>
            <a:r>
              <a:rPr lang="en-US" baseline="-25000" dirty="0">
                <a:solidFill>
                  <a:schemeClr val="tx1"/>
                </a:solidFill>
              </a:rPr>
              <a:t>x</a:t>
            </a:r>
            <a:endParaRPr lang="en-US" dirty="0">
              <a:solidFill>
                <a:schemeClr val="tx1"/>
              </a:solidFill>
            </a:endParaRPr>
          </a:p>
          <a:p>
            <a:pPr marL="800100" lvl="1" indent="-342900" fontAlgn="ctr">
              <a:buFont typeface="Arial" panose="020B0604020202020204" pitchFamily="34" charset="0"/>
              <a:buChar char="•"/>
            </a:pPr>
            <a:r>
              <a:rPr lang="en-US" sz="2000" dirty="0"/>
              <a:t>M is an early transition metal</a:t>
            </a:r>
          </a:p>
          <a:p>
            <a:pPr marL="800100" lvl="1" indent="-342900" fontAlgn="ctr">
              <a:buFont typeface="Arial" panose="020B0604020202020204" pitchFamily="34" charset="0"/>
              <a:buChar char="•"/>
            </a:pPr>
            <a:r>
              <a:rPr lang="en-US" sz="2000" dirty="0"/>
              <a:t>X is carbon and/or nitrogen</a:t>
            </a:r>
          </a:p>
          <a:p>
            <a:pPr marL="800100" lvl="1" indent="-342900" fontAlgn="ctr">
              <a:buFont typeface="Arial" panose="020B0604020202020204" pitchFamily="34" charset="0"/>
              <a:buChar char="•"/>
            </a:pPr>
            <a:r>
              <a:rPr lang="en-US" sz="2000" dirty="0"/>
              <a:t>T</a:t>
            </a:r>
            <a:r>
              <a:rPr lang="en-US" sz="2000" baseline="-25000" dirty="0"/>
              <a:t>x </a:t>
            </a:r>
            <a:r>
              <a:rPr lang="en-US" sz="2000" dirty="0"/>
              <a:t>is the surface termination</a:t>
            </a:r>
          </a:p>
          <a:p>
            <a:pPr marL="800100" lvl="1" indent="-342900" fontAlgn="ctr">
              <a:buFont typeface="Arial" panose="020B0604020202020204" pitchFamily="34" charset="0"/>
              <a:buChar char="•"/>
            </a:pPr>
            <a:r>
              <a:rPr lang="en-US" sz="2000" dirty="0"/>
              <a:t>n is 1-9</a:t>
            </a:r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0F32ED92-9FD1-7C4B-BD0E-80E4B98B9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387664"/>
            <a:ext cx="609600" cy="39413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FEBEB0A-9E3D-4B14-9782-E2AE3DA60D96}" type="slidenum">
              <a:rPr lang="en-US" smtClean="0"/>
              <a:pPr>
                <a:spcAft>
                  <a:spcPts val="600"/>
                </a:spcAft>
              </a:pPr>
              <a:t>38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09C11E-0886-B539-3CE0-FD248EDF40BA}"/>
              </a:ext>
            </a:extLst>
          </p:cNvPr>
          <p:cNvSpPr txBox="1"/>
          <p:nvPr/>
        </p:nvSpPr>
        <p:spPr>
          <a:xfrm>
            <a:off x="6411686" y="5625664"/>
            <a:ext cx="3559629" cy="3070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600" dirty="0"/>
              <a:t>Source: [3]</a:t>
            </a:r>
          </a:p>
        </p:txBody>
      </p:sp>
    </p:spTree>
    <p:extLst>
      <p:ext uri="{BB962C8B-B14F-4D97-AF65-F5344CB8AC3E}">
        <p14:creationId xmlns:p14="http://schemas.microsoft.com/office/powerpoint/2010/main" val="16468747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CB19A-B2CC-11C4-CACD-FB6E8263A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91693-06FD-6F7F-94C8-78E93CDB4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 prior works design ML methods which predict properties of various classes of materials when given tabular data as input [5], [14], [15]</a:t>
            </a:r>
          </a:p>
          <a:p>
            <a:r>
              <a:rPr lang="en-US" dirty="0"/>
              <a:t>Unfortunately, to our knowledge, most existing ML methods for </a:t>
            </a:r>
            <a:r>
              <a:rPr lang="en-US" dirty="0" err="1"/>
              <a:t>MXene</a:t>
            </a:r>
            <a:r>
              <a:rPr lang="en-US" dirty="0"/>
              <a:t> property prediction are unable to handle graph data</a:t>
            </a:r>
          </a:p>
          <a:p>
            <a:r>
              <a:rPr lang="en-US" dirty="0"/>
              <a:t>Prior ML models do not take into account the graphical structure of </a:t>
            </a:r>
            <a:r>
              <a:rPr lang="en-US" dirty="0" err="1"/>
              <a:t>MXene</a:t>
            </a:r>
            <a:r>
              <a:rPr lang="en-US" dirty="0"/>
              <a:t> molecules</a:t>
            </a:r>
          </a:p>
          <a:p>
            <a:r>
              <a:rPr lang="en-US"/>
              <a:t>This limits </a:t>
            </a:r>
            <a:r>
              <a:rPr lang="en-US" dirty="0"/>
              <a:t>the generalizability of prior machine learning model predictions beyond specialized subclasses of </a:t>
            </a:r>
            <a:r>
              <a:rPr lang="en-US" dirty="0" err="1"/>
              <a:t>MXenes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F3F10-10EE-239E-155D-0B52EE760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1319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9E260-3CEF-C041-C493-6BB64E7AD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ML/DL?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A6F7E-5822-4338-3E92-DFE1749FD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MXene</a:t>
            </a:r>
            <a:r>
              <a:rPr lang="en-US" dirty="0"/>
              <a:t> synthesis remains costly and time-consuming [6]</a:t>
            </a:r>
          </a:p>
          <a:p>
            <a:r>
              <a:rPr lang="en-US" dirty="0"/>
              <a:t>DFT: accurate but too slow for high-throughput predictions [11]</a:t>
            </a:r>
          </a:p>
          <a:p>
            <a:r>
              <a:rPr lang="en-US" dirty="0"/>
              <a:t>Acquiring </a:t>
            </a:r>
            <a:r>
              <a:rPr lang="en-US" dirty="0" err="1"/>
              <a:t>MXenes</a:t>
            </a:r>
            <a:r>
              <a:rPr lang="en-US" dirty="0"/>
              <a:t> training data is difficult!</a:t>
            </a:r>
          </a:p>
          <a:p>
            <a:pPr lvl="1"/>
            <a:r>
              <a:rPr lang="en-US" dirty="0"/>
              <a:t>Transfer learning helps when desired target that has small dataset [30]</a:t>
            </a:r>
          </a:p>
          <a:p>
            <a:r>
              <a:rPr lang="en-US" dirty="0"/>
              <a:t>Issues with standard ML techniques</a:t>
            </a:r>
          </a:p>
          <a:p>
            <a:pPr lvl="1"/>
            <a:r>
              <a:rPr lang="en-US" dirty="0"/>
              <a:t>Fail to capture graph structure information</a:t>
            </a:r>
          </a:p>
          <a:p>
            <a:pPr lvl="1"/>
            <a:r>
              <a:rPr lang="en-US" dirty="0"/>
              <a:t>Difficult to incorporate transfer learning</a:t>
            </a:r>
          </a:p>
          <a:p>
            <a:pPr lvl="1"/>
            <a:r>
              <a:rPr lang="en-US" dirty="0"/>
              <a:t>Not sufficiently accurate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7C1A6-0838-53CB-547D-37F69DCC3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18520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25701-4CA2-3645-F6AF-258E1527B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9F897-57A2-BBA1-F09F-33B643DE6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0: Predicting </a:t>
            </a:r>
            <a:r>
              <a:rPr lang="en-US" dirty="0" err="1"/>
              <a:t>MXene</a:t>
            </a:r>
            <a:r>
              <a:rPr lang="en-US" dirty="0"/>
              <a:t> Properties via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C8381-6C60-3860-093B-B3C294C2B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work described in this chapter is published in the IEEE ICMLA-2022 conference proceedings</a:t>
            </a:r>
          </a:p>
          <a:p>
            <a:r>
              <a:rPr lang="en-US" dirty="0"/>
              <a:t>We investigate standard machine learning models to predict </a:t>
            </a:r>
            <a:r>
              <a:rPr lang="en-US" dirty="0" err="1"/>
              <a:t>MXene</a:t>
            </a:r>
            <a:r>
              <a:rPr lang="en-US" dirty="0"/>
              <a:t> properties using only basic atomic information of a </a:t>
            </a:r>
            <a:r>
              <a:rPr lang="en-US" dirty="0" err="1"/>
              <a:t>MXene</a:t>
            </a:r>
            <a:endParaRPr lang="en-US" dirty="0"/>
          </a:p>
          <a:p>
            <a:r>
              <a:rPr lang="en-US" dirty="0"/>
              <a:t> The model performance was not terrible, but it caused us to look for more complex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FC16A-C25C-1A04-2C28-7C64D8E52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8072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5654B-0D5C-8A1F-ECC7-8E788D936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</p:spPr>
        <p:txBody>
          <a:bodyPr anchor="b">
            <a:normAutofit/>
          </a:bodyPr>
          <a:lstStyle/>
          <a:p>
            <a:r>
              <a:rPr lang="en-US" dirty="0"/>
              <a:t>ML </a:t>
            </a:r>
            <a:r>
              <a:rPr lang="en-US" dirty="0" err="1"/>
              <a:t>MXene</a:t>
            </a:r>
            <a:r>
              <a:rPr lang="en-US" dirty="0"/>
              <a:t> Prediction Results from [7]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A9430-5A95-F623-66CF-1A219D5E2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387664"/>
            <a:ext cx="609600" cy="39413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63B0023-0CED-47F7-85AE-654F0B232C29}" type="slidenum">
              <a:rPr lang="en-US" smtClean="0"/>
              <a:pPr>
                <a:spcAft>
                  <a:spcPts val="600"/>
                </a:spcAft>
              </a:pPr>
              <a:t>42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D00A2D0-203A-C9C5-AE15-EBD236BA0D89}"/>
              </a:ext>
            </a:extLst>
          </p:cNvPr>
          <p:cNvGraphicFramePr>
            <a:graphicFrameLocks noGrp="1"/>
          </p:cNvGraphicFramePr>
          <p:nvPr/>
        </p:nvGraphicFramePr>
        <p:xfrm>
          <a:off x="783771" y="1766581"/>
          <a:ext cx="10798629" cy="3518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3972">
                  <a:extLst>
                    <a:ext uri="{9D8B030D-6E8A-4147-A177-3AD203B41FA5}">
                      <a16:colId xmlns:a16="http://schemas.microsoft.com/office/drawing/2014/main" val="3575003303"/>
                    </a:ext>
                  </a:extLst>
                </a:gridCol>
                <a:gridCol w="2275114">
                  <a:extLst>
                    <a:ext uri="{9D8B030D-6E8A-4147-A177-3AD203B41FA5}">
                      <a16:colId xmlns:a16="http://schemas.microsoft.com/office/drawing/2014/main" val="1009160604"/>
                    </a:ext>
                  </a:extLst>
                </a:gridCol>
                <a:gridCol w="2307772">
                  <a:extLst>
                    <a:ext uri="{9D8B030D-6E8A-4147-A177-3AD203B41FA5}">
                      <a16:colId xmlns:a16="http://schemas.microsoft.com/office/drawing/2014/main" val="3148831523"/>
                    </a:ext>
                  </a:extLst>
                </a:gridCol>
                <a:gridCol w="1894114">
                  <a:extLst>
                    <a:ext uri="{9D8B030D-6E8A-4147-A177-3AD203B41FA5}">
                      <a16:colId xmlns:a16="http://schemas.microsoft.com/office/drawing/2014/main" val="366464691"/>
                    </a:ext>
                  </a:extLst>
                </a:gridCol>
                <a:gridCol w="1937657">
                  <a:extLst>
                    <a:ext uri="{9D8B030D-6E8A-4147-A177-3AD203B41FA5}">
                      <a16:colId xmlns:a16="http://schemas.microsoft.com/office/drawing/2014/main" val="4231582028"/>
                    </a:ext>
                  </a:extLst>
                </a:gridCol>
              </a:tblGrid>
              <a:tr h="535646">
                <a:tc>
                  <a:txBody>
                    <a:bodyPr/>
                    <a:lstStyle/>
                    <a:p>
                      <a:r>
                        <a:rPr lang="en-US" sz="1900"/>
                        <a:t>Target Property</a:t>
                      </a:r>
                    </a:p>
                  </a:txBody>
                  <a:tcPr marL="96217" marR="96217" marT="48109" marB="48109"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Random Forest</a:t>
                      </a:r>
                    </a:p>
                  </a:txBody>
                  <a:tcPr marL="96217" marR="96217" marT="48109" marB="4810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Random Forest SPCA</a:t>
                      </a:r>
                    </a:p>
                  </a:txBody>
                  <a:tcPr marL="96217" marR="96217" marT="48109" marB="48109"/>
                </a:tc>
                <a:tc>
                  <a:txBody>
                    <a:bodyPr/>
                    <a:lstStyle/>
                    <a:p>
                      <a:r>
                        <a:rPr lang="en-US" sz="1900" dirty="0" err="1"/>
                        <a:t>XGBoost</a:t>
                      </a:r>
                      <a:endParaRPr lang="en-US" sz="1900" dirty="0"/>
                    </a:p>
                  </a:txBody>
                  <a:tcPr marL="96217" marR="96217" marT="48109" marB="48109"/>
                </a:tc>
                <a:tc>
                  <a:txBody>
                    <a:bodyPr/>
                    <a:lstStyle/>
                    <a:p>
                      <a:r>
                        <a:rPr lang="en-US" sz="1900" dirty="0" err="1"/>
                        <a:t>XGBoost</a:t>
                      </a:r>
                      <a:r>
                        <a:rPr lang="en-US" sz="1900" dirty="0"/>
                        <a:t> SPCA</a:t>
                      </a:r>
                    </a:p>
                  </a:txBody>
                  <a:tcPr marL="96217" marR="96217" marT="48109" marB="48109"/>
                </a:tc>
                <a:extLst>
                  <a:ext uri="{0D108BD9-81ED-4DB2-BD59-A6C34878D82A}">
                    <a16:rowId xmlns:a16="http://schemas.microsoft.com/office/drawing/2014/main" val="4010641906"/>
                  </a:ext>
                </a:extLst>
              </a:tr>
              <a:tr h="292767">
                <a:tc>
                  <a:txBody>
                    <a:bodyPr/>
                    <a:lstStyle/>
                    <a:p>
                      <a:r>
                        <a:rPr lang="en-US" sz="1900"/>
                        <a:t>Work Function</a:t>
                      </a:r>
                    </a:p>
                  </a:txBody>
                  <a:tcPr marL="96217" marR="96217" marT="48109" marB="48109"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0.532 eV</a:t>
                      </a:r>
                    </a:p>
                  </a:txBody>
                  <a:tcPr marL="96217" marR="96217" marT="48109" marB="4810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0.929 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0.308 eV</a:t>
                      </a:r>
                    </a:p>
                  </a:txBody>
                  <a:tcPr marL="96217" marR="96217" marT="48109" marB="4810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0.606 eV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909419"/>
                  </a:ext>
                </a:extLst>
              </a:tr>
              <a:tr h="512515">
                <a:tc>
                  <a:txBody>
                    <a:bodyPr/>
                    <a:lstStyle/>
                    <a:p>
                      <a:r>
                        <a:rPr lang="en-US" sz="1900"/>
                        <a:t>Heat of Formation</a:t>
                      </a:r>
                    </a:p>
                  </a:txBody>
                  <a:tcPr marL="96217" marR="96217" marT="48109" marB="48109"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0.362 eV/atom</a:t>
                      </a:r>
                    </a:p>
                  </a:txBody>
                  <a:tcPr marL="96217" marR="96217" marT="48109" marB="4810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0.647 eV/atom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0.128 eV/atom</a:t>
                      </a:r>
                    </a:p>
                  </a:txBody>
                  <a:tcPr marL="96217" marR="96217" marT="48109" marB="4810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0.365 eV/atom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4614050"/>
                  </a:ext>
                </a:extLst>
              </a:tr>
              <a:tr h="292767">
                <a:tc>
                  <a:txBody>
                    <a:bodyPr/>
                    <a:lstStyle/>
                    <a:p>
                      <a:r>
                        <a:rPr lang="en-US" sz="1900"/>
                        <a:t>Fermi Level</a:t>
                      </a:r>
                    </a:p>
                  </a:txBody>
                  <a:tcPr marL="96217" marR="96217" marT="48109" marB="48109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0.959 eV</a:t>
                      </a:r>
                    </a:p>
                  </a:txBody>
                  <a:tcPr marL="96217" marR="96217" marT="48109" marB="4810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1.337 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0.460 eV</a:t>
                      </a:r>
                    </a:p>
                  </a:txBody>
                  <a:tcPr marL="96217" marR="96217" marT="48109" marB="4810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0.791 eV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3384486"/>
                  </a:ext>
                </a:extLst>
              </a:tr>
              <a:tr h="732262">
                <a:tc>
                  <a:txBody>
                    <a:bodyPr/>
                    <a:lstStyle/>
                    <a:p>
                      <a:r>
                        <a:rPr lang="en-US" sz="1900" dirty="0"/>
                        <a:t>Density of States (at Fermi Level)</a:t>
                      </a:r>
                    </a:p>
                  </a:txBody>
                  <a:tcPr marL="96217" marR="96217" marT="48109" marB="4810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2.015 states/(eV * unit cell)</a:t>
                      </a:r>
                    </a:p>
                    <a:p>
                      <a:endParaRPr lang="en-US" sz="1900" dirty="0"/>
                    </a:p>
                  </a:txBody>
                  <a:tcPr marL="96217" marR="96217" marT="48109" marB="4810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2.132 states/(eV * unit cell)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1.984 states/(eV * unit cell)</a:t>
                      </a:r>
                    </a:p>
                  </a:txBody>
                  <a:tcPr marL="96217" marR="96217" marT="48109" marB="4810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2.084 states/(eV * unit cell)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272615"/>
                  </a:ext>
                </a:extLst>
              </a:tr>
              <a:tr h="304333">
                <a:tc>
                  <a:txBody>
                    <a:bodyPr/>
                    <a:lstStyle/>
                    <a:p>
                      <a:r>
                        <a:rPr lang="en-US" sz="1900" dirty="0"/>
                        <a:t>Magnetic</a:t>
                      </a:r>
                    </a:p>
                  </a:txBody>
                  <a:tcPr marL="96217" marR="96217" marT="48109" marB="4810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87.1%</a:t>
                      </a:r>
                    </a:p>
                  </a:txBody>
                  <a:tcPr marL="96217" marR="96217" marT="48109" marB="4810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88.2%</a:t>
                      </a:r>
                    </a:p>
                  </a:txBody>
                  <a:tcPr marL="96217" marR="96217" marT="48109" marB="4810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89.7%</a:t>
                      </a:r>
                    </a:p>
                  </a:txBody>
                  <a:tcPr marL="96217" marR="96217" marT="48109" marB="4810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83.8%</a:t>
                      </a:r>
                    </a:p>
                  </a:txBody>
                  <a:tcPr marL="96217" marR="96217" marT="48109" marB="48109"/>
                </a:tc>
                <a:extLst>
                  <a:ext uri="{0D108BD9-81ED-4DB2-BD59-A6C34878D82A}">
                    <a16:rowId xmlns:a16="http://schemas.microsoft.com/office/drawing/2014/main" val="4042768037"/>
                  </a:ext>
                </a:extLst>
              </a:tr>
            </a:tbl>
          </a:graphicData>
        </a:graphic>
      </p:graphicFrame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E556DE38-810B-B4A6-D13A-CA127C4BAEE4}"/>
              </a:ext>
            </a:extLst>
          </p:cNvPr>
          <p:cNvSpPr txBox="1">
            <a:spLocks/>
          </p:cNvSpPr>
          <p:nvPr/>
        </p:nvSpPr>
        <p:spPr>
          <a:xfrm>
            <a:off x="783771" y="5573485"/>
            <a:ext cx="7805058" cy="63137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74320" indent="-274320" algn="l" defTabSz="914400" rtl="0" eaLnBrk="1" latinLnBrk="0" hangingPunct="1">
              <a:lnSpc>
                <a:spcPct val="95000"/>
              </a:lnSpc>
              <a:spcBef>
                <a:spcPts val="1200"/>
              </a:spcBef>
              <a:buClr>
                <a:schemeClr val="bg2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594360" indent="-27432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bg2"/>
              </a:buClr>
              <a:buFont typeface="Verdana" pitchFamily="34" charset="0"/>
              <a:buChar char="─"/>
              <a:defRPr sz="20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868680" indent="-2286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bg2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143000" indent="-2286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bg2"/>
              </a:buClr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371600" indent="-2286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bg2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164592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90195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9456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468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RMSE for all but Magnetic</a:t>
            </a:r>
          </a:p>
          <a:p>
            <a:pPr lvl="1"/>
            <a:r>
              <a:rPr lang="en-US" sz="1600" dirty="0"/>
              <a:t>Magnetic uses accuracy</a:t>
            </a:r>
          </a:p>
        </p:txBody>
      </p:sp>
    </p:spTree>
    <p:extLst>
      <p:ext uri="{BB962C8B-B14F-4D97-AF65-F5344CB8AC3E}">
        <p14:creationId xmlns:p14="http://schemas.microsoft.com/office/powerpoint/2010/main" val="18482907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939AA-316E-E9FE-8749-8B49F2394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370C8-62FD-CA85-AAAA-17B5467C9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1: Graph Contrastive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D336E-D478-F7A6-B938-5E4CB60ED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work described in this chapter is published in IEEE NAP-2024</a:t>
            </a:r>
          </a:p>
          <a:p>
            <a:r>
              <a:rPr lang="en-US" dirty="0"/>
              <a:t>We trained models through Graph Contrastive Learning (GCL), a type of Graph Neural Network-based deep learning algorithm, to predict </a:t>
            </a:r>
            <a:r>
              <a:rPr lang="en-US" dirty="0" err="1"/>
              <a:t>MXene</a:t>
            </a:r>
            <a:r>
              <a:rPr lang="en-US" dirty="0"/>
              <a:t> properties</a:t>
            </a:r>
          </a:p>
          <a:p>
            <a:r>
              <a:rPr lang="en-US" dirty="0"/>
              <a:t>GCL models performed better than standard ML models </a:t>
            </a:r>
          </a:p>
          <a:p>
            <a:r>
              <a:rPr lang="en-US" dirty="0"/>
              <a:t>However, require a </a:t>
            </a:r>
            <a:r>
              <a:rPr lang="en-US" dirty="0" err="1"/>
              <a:t>MXene’s</a:t>
            </a:r>
            <a:r>
              <a:rPr lang="en-US" dirty="0"/>
              <a:t> crystal structure information as input </a:t>
            </a:r>
          </a:p>
          <a:p>
            <a:pPr lvl="1"/>
            <a:r>
              <a:rPr lang="en-US" dirty="0"/>
              <a:t>Drawback, since </a:t>
            </a:r>
            <a:r>
              <a:rPr lang="en-US" dirty="0" err="1"/>
              <a:t>MXene</a:t>
            </a:r>
            <a:r>
              <a:rPr lang="en-US" dirty="0"/>
              <a:t> graph structure information typically requires computationally expensive Density Functional Theory predictions </a:t>
            </a:r>
          </a:p>
          <a:p>
            <a:r>
              <a:rPr lang="en-US" dirty="0"/>
              <a:t>We continued to look for more accurate types of graph based models.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EAB84-1236-0F02-0B51-6BEC7A7EE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2789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F0294-B902-9515-0B3B-6D1BB04E3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Molecular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E5D8F-6056-84F8-DACE-431B154EC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Molecular graphs include the following information: </a:t>
            </a:r>
          </a:p>
          <a:p>
            <a:pPr lvl="1"/>
            <a:r>
              <a:rPr lang="en-US" b="1" dirty="0"/>
              <a:t>Nodes</a:t>
            </a:r>
            <a:r>
              <a:rPr lang="en-US" dirty="0"/>
              <a:t> contain atomic-level features that specify properties about the corresponding atoms</a:t>
            </a:r>
          </a:p>
          <a:p>
            <a:pPr lvl="1"/>
            <a:r>
              <a:rPr lang="en-US" b="1" dirty="0"/>
              <a:t>Edges</a:t>
            </a:r>
            <a:r>
              <a:rPr lang="en-US" dirty="0"/>
              <a:t> contain bond-level features that specify properties about the corresponding bonds</a:t>
            </a:r>
          </a:p>
          <a:p>
            <a:pPr lvl="1"/>
            <a:r>
              <a:rPr lang="en-US" b="1" dirty="0"/>
              <a:t>Global features </a:t>
            </a:r>
            <a:r>
              <a:rPr lang="en-US" dirty="0"/>
              <a:t>specify molecule-level properties for the material</a:t>
            </a:r>
          </a:p>
          <a:p>
            <a:pPr lvl="1"/>
            <a:r>
              <a:rPr lang="en-US" b="1" dirty="0"/>
              <a:t>Adjacency information </a:t>
            </a:r>
            <a:r>
              <a:rPr lang="en-US" dirty="0"/>
              <a:t>lists the other atoms to which each atom bonds </a:t>
            </a:r>
          </a:p>
          <a:p>
            <a:r>
              <a:rPr lang="en-US" dirty="0"/>
              <a:t>Converting and combining all node-level, edge-level, molecule-level, and adjacency information data into tabular data remains difficult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FA299-B66A-D324-8D94-E851C8B9B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4912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FA25C-120E-3031-E4D7-20C72AB22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MXene</a:t>
            </a:r>
            <a:r>
              <a:rPr lang="en-US" dirty="0"/>
              <a:t> Molecular Graph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D7D7D-D66D-A735-906C-A35F6A642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45</a:t>
            </a:fld>
            <a:endParaRPr lang="en-US" dirty="0"/>
          </a:p>
        </p:txBody>
      </p:sp>
      <p:pic>
        <p:nvPicPr>
          <p:cNvPr id="2050" name="Picture 1">
            <a:extLst>
              <a:ext uri="{FF2B5EF4-FFF2-40B4-BE49-F238E27FC236}">
                <a16:creationId xmlns:a16="http://schemas.microsoft.com/office/drawing/2014/main" id="{024288F1-4670-C877-FDB1-5253EF3083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441" y="1524000"/>
            <a:ext cx="7350414" cy="4603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26252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0F397-67EF-F6EA-78BB-1A25F3BA8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 vs Tabular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A38A7-0A39-8419-F847-9699FBC66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Existing ML methods for </a:t>
            </a:r>
            <a:r>
              <a:rPr lang="en-US" dirty="0" err="1"/>
              <a:t>MXene</a:t>
            </a:r>
            <a:r>
              <a:rPr lang="en-US" dirty="0"/>
              <a:t> property prediction require tabular data – not molecular graph data</a:t>
            </a:r>
          </a:p>
          <a:p>
            <a:r>
              <a:rPr lang="en-US" dirty="0"/>
              <a:t>Graphs allow more efficient information representation than tabular data</a:t>
            </a:r>
          </a:p>
          <a:p>
            <a:pPr lvl="1"/>
            <a:r>
              <a:rPr lang="en-US" dirty="0"/>
              <a:t>Encode important structural information not captured by tabular data</a:t>
            </a:r>
          </a:p>
          <a:p>
            <a:r>
              <a:rPr lang="en-US" dirty="0"/>
              <a:t>Graph Neural Networks (GNNs) </a:t>
            </a:r>
          </a:p>
          <a:p>
            <a:pPr lvl="1"/>
            <a:r>
              <a:rPr lang="en-US" dirty="0"/>
              <a:t>Type of neural network which takes graph data as input </a:t>
            </a:r>
          </a:p>
          <a:p>
            <a:pPr lvl="1"/>
            <a:r>
              <a:rPr lang="en-US" dirty="0"/>
              <a:t>Offer a flexible, tunable architecture for material property prediction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E9280-78DB-97CB-08DA-3F9542BFB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57ABBA-04D5-103A-E56F-24AE890F033B}"/>
              </a:ext>
            </a:extLst>
          </p:cNvPr>
          <p:cNvSpPr txBox="1"/>
          <p:nvPr/>
        </p:nvSpPr>
        <p:spPr>
          <a:xfrm>
            <a:off x="457199" y="5599135"/>
            <a:ext cx="6068291" cy="3941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fr-FR" sz="1600" dirty="0"/>
              <a:t>P. Reiser et al. </a:t>
            </a:r>
            <a:r>
              <a:rPr lang="fr-FR" sz="1600" i="1" dirty="0"/>
              <a:t>Commun Mater</a:t>
            </a:r>
            <a:r>
              <a:rPr lang="fr-FR" sz="1600" dirty="0"/>
              <a:t> </a:t>
            </a:r>
            <a:r>
              <a:rPr lang="fr-FR" sz="1600" b="1" dirty="0"/>
              <a:t>3</a:t>
            </a:r>
            <a:r>
              <a:rPr lang="fr-FR" sz="1600" dirty="0"/>
              <a:t>, 93 (2022).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4ECE6B-E0C1-06F4-1F4A-70E60CCF85F8}"/>
              </a:ext>
            </a:extLst>
          </p:cNvPr>
          <p:cNvSpPr txBox="1"/>
          <p:nvPr/>
        </p:nvSpPr>
        <p:spPr>
          <a:xfrm>
            <a:off x="784737" y="5971668"/>
            <a:ext cx="6902581" cy="5663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sz="1600" dirty="0"/>
              <a:t>Y. Zhu, Y. Xu, Q. Liu, and S. Wu.  </a:t>
            </a:r>
            <a:r>
              <a:rPr lang="en-US" sz="1600" dirty="0">
                <a:hlinkClick r:id="rId2"/>
              </a:rPr>
              <a:t>arXiv:2109.01116</a:t>
            </a:r>
            <a:r>
              <a:rPr lang="en-US" sz="1600" dirty="0"/>
              <a:t>, 2021.</a:t>
            </a:r>
          </a:p>
          <a:p>
            <a:pPr algn="ctr"/>
            <a:endParaRPr lang="en-US" sz="1600" dirty="0" err="1"/>
          </a:p>
        </p:txBody>
      </p:sp>
    </p:spTree>
    <p:extLst>
      <p:ext uri="{BB962C8B-B14F-4D97-AF65-F5344CB8AC3E}">
        <p14:creationId xmlns:p14="http://schemas.microsoft.com/office/powerpoint/2010/main" val="3350786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028FB-3124-F7AA-8871-135BAD1C2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BF1C8-BCBC-54A0-D241-2878C49B6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B29E8-07CC-C470-6CC7-9E9E5426D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22BA2-7715-CE92-7853-D1CEA5B7D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47</a:t>
            </a:fld>
            <a:endParaRPr lang="en-US" dirty="0"/>
          </a:p>
        </p:txBody>
      </p:sp>
      <p:pic>
        <p:nvPicPr>
          <p:cNvPr id="1026" name="Picture 1">
            <a:extLst>
              <a:ext uri="{FF2B5EF4-FFF2-40B4-BE49-F238E27FC236}">
                <a16:creationId xmlns:a16="http://schemas.microsoft.com/office/drawing/2014/main" id="{44F41B08-4C20-22C0-38AC-C78E4AEB2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99566"/>
            <a:ext cx="10439086" cy="3644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511247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3F2A6-6E88-C01B-FAE9-3D18C915E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F56CA-A1AB-5EA6-8BD3-15B14850A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Neural Networks (GNNs)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15D2A-B84C-D86F-77AA-AE8242FDD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GNNs are a class of neural networks for processing data that can be represented as graphs</a:t>
            </a:r>
          </a:p>
          <a:p>
            <a:r>
              <a:rPr lang="en-US" dirty="0"/>
              <a:t>Key design element of GNNs: pairwise message passing</a:t>
            </a:r>
          </a:p>
          <a:p>
            <a:pPr lvl="1"/>
            <a:r>
              <a:rPr lang="en-US" dirty="0"/>
              <a:t>Graph nodes iteratively update their representations by exchanging information with their neighbors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23837-33F7-94E2-2B8F-71370A4A7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46AB73-02C4-A276-F185-FB4C92D17F1B}"/>
              </a:ext>
            </a:extLst>
          </p:cNvPr>
          <p:cNvSpPr txBox="1"/>
          <p:nvPr/>
        </p:nvSpPr>
        <p:spPr>
          <a:xfrm>
            <a:off x="304801" y="5572568"/>
            <a:ext cx="9301316" cy="934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600" dirty="0"/>
              <a:t>L. Wu, P. Cui, J. Pei, L. Zhao, X. Guo. Proc. 29th ACM SIGKDD, pp. 5831-5832, 2023.</a:t>
            </a:r>
          </a:p>
        </p:txBody>
      </p:sp>
    </p:spTree>
    <p:extLst>
      <p:ext uri="{BB962C8B-B14F-4D97-AF65-F5344CB8AC3E}">
        <p14:creationId xmlns:p14="http://schemas.microsoft.com/office/powerpoint/2010/main" val="21621868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3C915-E5D3-CA50-CF89-0A7779D2E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A691F-8B71-EB31-B613-52DB3726F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Contrastive Learning (GCL)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9809E-6DF7-8C36-BAC8-BC42CCD86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 of GNN method that has been widely applied in other domains</a:t>
            </a:r>
          </a:p>
          <a:p>
            <a:r>
              <a:rPr lang="en-US" dirty="0"/>
              <a:t>Uses data augmentation to learn more robust graph representations</a:t>
            </a:r>
          </a:p>
          <a:p>
            <a:r>
              <a:rPr lang="en-US" dirty="0"/>
              <a:t>GCL aims to maximize agreement between augmentations to learn invariant, discriminative representations in an unsupervised manner </a:t>
            </a:r>
          </a:p>
          <a:p>
            <a:r>
              <a:rPr lang="en-US" dirty="0"/>
              <a:t>Specifically, we use </a:t>
            </a:r>
            <a:r>
              <a:rPr lang="en-US" dirty="0" err="1"/>
              <a:t>VICReg</a:t>
            </a:r>
            <a:r>
              <a:rPr lang="en-US" dirty="0"/>
              <a:t>-based GCL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867B9-4CD5-75A2-E6B2-64CDFDF68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134396-0B02-3057-04CF-2032361AF079}"/>
              </a:ext>
            </a:extLst>
          </p:cNvPr>
          <p:cNvSpPr txBox="1"/>
          <p:nvPr/>
        </p:nvSpPr>
        <p:spPr>
          <a:xfrm>
            <a:off x="609600" y="5539674"/>
            <a:ext cx="10472588" cy="49827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>
              <a:buNone/>
            </a:pPr>
            <a:r>
              <a:rPr lang="en-US" sz="1600" dirty="0"/>
              <a:t>Y. Zhu, Y. Xu, F. Yu, Q. Liu, S. Wu, L. Wang. In WWW, pages 2069–2080, 2021.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5C66C3-D5F9-53E3-69FD-BE4F89072435}"/>
              </a:ext>
            </a:extLst>
          </p:cNvPr>
          <p:cNvSpPr txBox="1"/>
          <p:nvPr/>
        </p:nvSpPr>
        <p:spPr>
          <a:xfrm>
            <a:off x="186813" y="5879578"/>
            <a:ext cx="8314660" cy="46808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sz="1600" dirty="0"/>
              <a:t> N. Liu, </a:t>
            </a:r>
            <a:r>
              <a:rPr lang="en-US" sz="1600" dirty="0" err="1"/>
              <a:t>X.Wang</a:t>
            </a:r>
            <a:r>
              <a:rPr lang="en-US" sz="1600" dirty="0"/>
              <a:t>, D. Bo, C. Shi, J. Pei. </a:t>
            </a:r>
            <a:r>
              <a:rPr lang="en-US" sz="1600" dirty="0" err="1"/>
              <a:t>NeurIPS</a:t>
            </a:r>
            <a:r>
              <a:rPr lang="en-US" sz="1600" dirty="0"/>
              <a:t> 215, 2972 – 2983, 2022.</a:t>
            </a:r>
          </a:p>
          <a:p>
            <a:pPr algn="ctr"/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AC058D-5322-C78F-884F-38C85E16B6BD}"/>
              </a:ext>
            </a:extLst>
          </p:cNvPr>
          <p:cNvSpPr txBox="1"/>
          <p:nvPr/>
        </p:nvSpPr>
        <p:spPr>
          <a:xfrm>
            <a:off x="609600" y="6190595"/>
            <a:ext cx="7610168" cy="39413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>
              <a:buNone/>
            </a:pPr>
            <a:r>
              <a:rPr lang="en-US" sz="1600" dirty="0"/>
              <a:t>A. Bardes, J. Ponce, Y. LeCun. </a:t>
            </a:r>
            <a:r>
              <a:rPr lang="en-US" sz="1600" dirty="0" err="1"/>
              <a:t>arXiv</a:t>
            </a:r>
            <a:r>
              <a:rPr lang="en-US" sz="1600" dirty="0"/>
              <a:t> preprint arXiv:2105.04906 (2021).</a:t>
            </a:r>
          </a:p>
        </p:txBody>
      </p:sp>
    </p:spTree>
    <p:extLst>
      <p:ext uri="{BB962C8B-B14F-4D97-AF65-F5344CB8AC3E}">
        <p14:creationId xmlns:p14="http://schemas.microsoft.com/office/powerpoint/2010/main" val="26885593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B589E-214B-B578-1F39-45CCF02EF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D07FA-6AD0-60F5-7752-E5E1F50F7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VICReg</a:t>
            </a:r>
            <a:r>
              <a:rPr lang="en-US" dirty="0"/>
              <a:t> loss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CA460-EF7F-4798-9CBC-917570D51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Contains three terms: </a:t>
            </a:r>
          </a:p>
          <a:p>
            <a:pPr lvl="1"/>
            <a:r>
              <a:rPr lang="en-US" b="1" dirty="0"/>
              <a:t>Invariance</a:t>
            </a:r>
            <a:r>
              <a:rPr lang="en-US" dirty="0"/>
              <a:t>, </a:t>
            </a:r>
            <a:r>
              <a:rPr lang="en-US" b="1" dirty="0"/>
              <a:t>Variance</a:t>
            </a:r>
            <a:r>
              <a:rPr lang="en-US" dirty="0"/>
              <a:t>, and </a:t>
            </a:r>
            <a:r>
              <a:rPr lang="en-US" b="1" dirty="0"/>
              <a:t>Covariance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9C3C24-318E-5AE0-A24E-BD8B84E5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136B23-9686-ACA0-93DA-157FCEB1A385}"/>
              </a:ext>
            </a:extLst>
          </p:cNvPr>
          <p:cNvSpPr txBox="1"/>
          <p:nvPr/>
        </p:nvSpPr>
        <p:spPr>
          <a:xfrm>
            <a:off x="609600" y="6190595"/>
            <a:ext cx="7610168" cy="39413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>
              <a:buNone/>
            </a:pPr>
            <a:r>
              <a:rPr lang="en-US" sz="1600" dirty="0"/>
              <a:t>A. Bardes, J. Ponce, Y. LeCun. </a:t>
            </a:r>
            <a:r>
              <a:rPr lang="en-US" sz="1600" dirty="0" err="1"/>
              <a:t>arXiv</a:t>
            </a:r>
            <a:r>
              <a:rPr lang="en-US" sz="1600" dirty="0"/>
              <a:t> preprint arXiv:2105.04906 (2021).</a:t>
            </a:r>
          </a:p>
        </p:txBody>
      </p:sp>
    </p:spTree>
    <p:extLst>
      <p:ext uri="{BB962C8B-B14F-4D97-AF65-F5344CB8AC3E}">
        <p14:creationId xmlns:p14="http://schemas.microsoft.com/office/powerpoint/2010/main" val="34162792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389A6-61BF-A65A-837E-44E8B1129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9CF2F-8DCD-190E-9266-09B9DB0FB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VICReg</a:t>
            </a:r>
            <a:r>
              <a:rPr lang="en-US" dirty="0"/>
              <a:t> loss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7C6DC9-6675-4830-8E17-A1758319D4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Invariance term</a:t>
                </a:r>
              </a:p>
              <a:p>
                <a:pPr lvl="1"/>
                <a:r>
                  <a:rPr lang="en-US" dirty="0"/>
                  <a:t>The mean square distance between representation vectors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are representation batches,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/>
                  <a:t> are the individual vectors, respectively,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the number of vectors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A00C2D-CB0C-7149-A94D-C030D6BCAB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2" t="-1442" r="-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FBA5DD-0D9D-1903-F5E8-4CFC045FE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51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05B63B-A0D4-3034-433C-67AECA838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174" y="2562056"/>
            <a:ext cx="5363323" cy="12098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74EB87-43BE-0B1D-E222-52BF466A907D}"/>
              </a:ext>
            </a:extLst>
          </p:cNvPr>
          <p:cNvSpPr txBox="1"/>
          <p:nvPr/>
        </p:nvSpPr>
        <p:spPr>
          <a:xfrm>
            <a:off x="609600" y="6190595"/>
            <a:ext cx="7610168" cy="39413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>
              <a:buNone/>
            </a:pPr>
            <a:r>
              <a:rPr lang="en-US" sz="1600" dirty="0"/>
              <a:t>A. Bardes, J. Ponce, Y. LeCun. </a:t>
            </a:r>
            <a:r>
              <a:rPr lang="en-US" sz="1600" dirty="0" err="1"/>
              <a:t>arXiv</a:t>
            </a:r>
            <a:r>
              <a:rPr lang="en-US" sz="1600" dirty="0"/>
              <a:t> preprint arXiv:2105.04906 (2021).</a:t>
            </a:r>
          </a:p>
        </p:txBody>
      </p:sp>
    </p:spTree>
    <p:extLst>
      <p:ext uri="{BB962C8B-B14F-4D97-AF65-F5344CB8AC3E}">
        <p14:creationId xmlns:p14="http://schemas.microsoft.com/office/powerpoint/2010/main" val="35743552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50776-A3C7-019C-A33B-540ED1754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BA337-C263-4A2A-25E6-F676DE4B7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VICReg</a:t>
            </a:r>
            <a:r>
              <a:rPr lang="en-US" dirty="0"/>
              <a:t> loss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91F88F-019F-9FB7-B02D-5D390AB030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Variance term</a:t>
                </a:r>
              </a:p>
              <a:p>
                <a:pPr lvl="1"/>
                <a:r>
                  <a:rPr lang="en-US" dirty="0"/>
                  <a:t>A hinge loss to maintain the standard deviation (over a batch) of each variable of the embedding above a specified threshold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marL="320040" lvl="1" indent="0">
                  <a:buNone/>
                </a:pP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is the dimensionality of the vectors,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 is a constant target value for the standard deviation,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is a small scalar to prevent numerical instabilities,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is the regularized standard deviation defined by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A00C2D-CB0C-7149-A94D-C030D6BCAB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2" t="-1442" r="-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AD8D3-F66A-4625-4294-2FFA3F2A4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52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20EFB3-D822-919F-32CD-EC90DF5B93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35"/>
          <a:stretch/>
        </p:blipFill>
        <p:spPr>
          <a:xfrm>
            <a:off x="1975968" y="2655686"/>
            <a:ext cx="6716062" cy="14314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5F6C4B-0A37-E651-948D-CEAE0F4846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8582" y="5116590"/>
            <a:ext cx="4420217" cy="9335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41599F-B1FA-1737-24EC-9F10AF0DDCEA}"/>
              </a:ext>
            </a:extLst>
          </p:cNvPr>
          <p:cNvSpPr txBox="1"/>
          <p:nvPr/>
        </p:nvSpPr>
        <p:spPr>
          <a:xfrm>
            <a:off x="609600" y="6190595"/>
            <a:ext cx="7610168" cy="39413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>
              <a:buNone/>
            </a:pPr>
            <a:r>
              <a:rPr lang="en-US" sz="1600" dirty="0"/>
              <a:t>A. Bardes, J. Ponce, Y. LeCun. </a:t>
            </a:r>
            <a:r>
              <a:rPr lang="en-US" sz="1600" dirty="0" err="1"/>
              <a:t>arXiv</a:t>
            </a:r>
            <a:r>
              <a:rPr lang="en-US" sz="1600" dirty="0"/>
              <a:t> preprint arXiv:2105.04906 (2021).</a:t>
            </a:r>
          </a:p>
        </p:txBody>
      </p:sp>
    </p:spTree>
    <p:extLst>
      <p:ext uri="{BB962C8B-B14F-4D97-AF65-F5344CB8AC3E}">
        <p14:creationId xmlns:p14="http://schemas.microsoft.com/office/powerpoint/2010/main" val="9661837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556DD-E457-C4F0-C1CC-0C02028E1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E26E5-CED1-E92C-1D86-43EEC5861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VICReg</a:t>
            </a:r>
            <a:r>
              <a:rPr lang="en-US" dirty="0"/>
              <a:t> loss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17243-DB52-BF45-62B2-241D29CF0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Covariance term</a:t>
            </a:r>
          </a:p>
          <a:p>
            <a:pPr lvl="1"/>
            <a:r>
              <a:rPr lang="en-US" dirty="0"/>
              <a:t>Shrinks the non-diagonal entries of the covariance matrix between all pairs of embedding variables toward zero</a:t>
            </a:r>
          </a:p>
          <a:p>
            <a:pPr lvl="1"/>
            <a:r>
              <a:rPr lang="en-US" dirty="0"/>
              <a:t>Prevents informational collapse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C(Z) is the covariance matrix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D464F-A41C-9CD7-DBD2-5DF9FE506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53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269B1D-7FF6-9FCD-6D18-70D3246CB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048" y="3429000"/>
            <a:ext cx="4763165" cy="13146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EDF038-17AA-A4AB-6ED5-BBF0DE6EC97D}"/>
              </a:ext>
            </a:extLst>
          </p:cNvPr>
          <p:cNvSpPr txBox="1"/>
          <p:nvPr/>
        </p:nvSpPr>
        <p:spPr>
          <a:xfrm>
            <a:off x="609600" y="6190595"/>
            <a:ext cx="7610168" cy="39413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>
              <a:buNone/>
            </a:pPr>
            <a:r>
              <a:rPr lang="en-US" sz="1600" dirty="0"/>
              <a:t>A. Bardes, J. Ponce, Y. LeCun. </a:t>
            </a:r>
            <a:r>
              <a:rPr lang="en-US" sz="1600" dirty="0" err="1"/>
              <a:t>arXiv</a:t>
            </a:r>
            <a:r>
              <a:rPr lang="en-US" sz="1600" dirty="0"/>
              <a:t> preprint arXiv:2105.04906 (2021).</a:t>
            </a:r>
          </a:p>
        </p:txBody>
      </p:sp>
    </p:spTree>
    <p:extLst>
      <p:ext uri="{BB962C8B-B14F-4D97-AF65-F5344CB8AC3E}">
        <p14:creationId xmlns:p14="http://schemas.microsoft.com/office/powerpoint/2010/main" val="25649438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33F40-ED33-D46A-8F23-0543C4E27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1B5C5-6041-6B8F-CE49-41BE40873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VICReg</a:t>
            </a:r>
            <a:r>
              <a:rPr lang="en-US" dirty="0"/>
              <a:t> loss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F9F1E1-43FC-D6EB-05EF-A4C50138A9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entire </a:t>
                </a:r>
                <a:r>
                  <a:rPr lang="en-US" dirty="0" err="1"/>
                  <a:t>VICReg</a:t>
                </a:r>
                <a:r>
                  <a:rPr lang="en-US" dirty="0"/>
                  <a:t> loss function is: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and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ν</m:t>
                    </m:r>
                  </m:oMath>
                </a14:m>
                <a:r>
                  <a:rPr lang="en-US" dirty="0"/>
                  <a:t> are hyperparameters controlling the importance of each term in the loss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(∙)</m:t>
                    </m:r>
                  </m:oMath>
                </a14:m>
                <a:r>
                  <a:rPr lang="en-US" dirty="0"/>
                  <a:t> is the invariance term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𝜐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(∙)</m:t>
                    </m:r>
                  </m:oMath>
                </a14:m>
                <a:r>
                  <a:rPr lang="en-US" dirty="0"/>
                  <a:t> is the variance term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(∙)</m:t>
                    </m:r>
                  </m:oMath>
                </a14:m>
                <a:r>
                  <a:rPr lang="en-US" dirty="0"/>
                  <a:t> is the covariance term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0B1A95-2814-3806-1FAB-A090BAA404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2" t="-1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DC744-AD46-4064-5B44-1EA301484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54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BC6EF0-A440-DB90-7B7C-953DF6C62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639" y="2159711"/>
            <a:ext cx="9859751" cy="73352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39312D5-4E08-D2FA-7046-364D55D12D2F}"/>
                  </a:ext>
                </a:extLst>
              </p14:cNvPr>
              <p14:cNvContentPartPr/>
              <p14:nvPr/>
            </p14:nvContentPartPr>
            <p14:xfrm>
              <a:off x="8367223" y="2275080"/>
              <a:ext cx="101880" cy="333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6DFD8DB-65F1-0408-7428-3FEFD6DB46F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04583" y="2212440"/>
                <a:ext cx="227520" cy="45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2161A13-3C37-DC7E-5276-5363771ADD26}"/>
                  </a:ext>
                </a:extLst>
              </p14:cNvPr>
              <p14:cNvContentPartPr/>
              <p14:nvPr/>
            </p14:nvContentPartPr>
            <p14:xfrm>
              <a:off x="7053583" y="1948286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2D24CF2-0124-2CD0-3881-72BE4557071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990583" y="1885286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60676950-E1AD-1DF4-A5E2-2F7BA8FCF5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1926" y="2348032"/>
            <a:ext cx="205478" cy="3568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C3F070-05C6-718C-BB32-BB7E165501A3}"/>
              </a:ext>
            </a:extLst>
          </p:cNvPr>
          <p:cNvSpPr txBox="1"/>
          <p:nvPr/>
        </p:nvSpPr>
        <p:spPr>
          <a:xfrm>
            <a:off x="609600" y="6190595"/>
            <a:ext cx="7610168" cy="39413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>
              <a:buNone/>
            </a:pPr>
            <a:r>
              <a:rPr lang="en-US" sz="1600" dirty="0"/>
              <a:t>A. Bardes, J. Ponce, Y. LeCun. </a:t>
            </a:r>
            <a:r>
              <a:rPr lang="en-US" sz="1600" dirty="0" err="1"/>
              <a:t>arXiv</a:t>
            </a:r>
            <a:r>
              <a:rPr lang="en-US" sz="1600" dirty="0"/>
              <a:t> preprint arXiv:2105.04906 (2021).</a:t>
            </a:r>
          </a:p>
        </p:txBody>
      </p:sp>
    </p:spTree>
    <p:extLst>
      <p:ext uri="{BB962C8B-B14F-4D97-AF65-F5344CB8AC3E}">
        <p14:creationId xmlns:p14="http://schemas.microsoft.com/office/powerpoint/2010/main" val="20623109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81E24-2BC5-2895-D0DC-58C60E680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MXenes Best model for each feature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D038F54-AB72-ACE6-A7FD-585E49D8B6B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599" y="1524000"/>
          <a:ext cx="10461171" cy="4097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7567">
                  <a:extLst>
                    <a:ext uri="{9D8B030D-6E8A-4147-A177-3AD203B41FA5}">
                      <a16:colId xmlns:a16="http://schemas.microsoft.com/office/drawing/2014/main" val="3530840746"/>
                    </a:ext>
                  </a:extLst>
                </a:gridCol>
                <a:gridCol w="2450665">
                  <a:extLst>
                    <a:ext uri="{9D8B030D-6E8A-4147-A177-3AD203B41FA5}">
                      <a16:colId xmlns:a16="http://schemas.microsoft.com/office/drawing/2014/main" val="3246857204"/>
                    </a:ext>
                  </a:extLst>
                </a:gridCol>
                <a:gridCol w="2450665">
                  <a:extLst>
                    <a:ext uri="{9D8B030D-6E8A-4147-A177-3AD203B41FA5}">
                      <a16:colId xmlns:a16="http://schemas.microsoft.com/office/drawing/2014/main" val="2776646318"/>
                    </a:ext>
                  </a:extLst>
                </a:gridCol>
                <a:gridCol w="2242274">
                  <a:extLst>
                    <a:ext uri="{9D8B030D-6E8A-4147-A177-3AD203B41FA5}">
                      <a16:colId xmlns:a16="http://schemas.microsoft.com/office/drawing/2014/main" val="1254378548"/>
                    </a:ext>
                  </a:extLst>
                </a:gridCol>
              </a:tblGrid>
              <a:tr h="563872">
                <a:tc>
                  <a:txBody>
                    <a:bodyPr/>
                    <a:lstStyle/>
                    <a:p>
                      <a:r>
                        <a:rPr lang="en-US" dirty="0"/>
                        <a:t>Target 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Downstream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Augmentation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437289"/>
                  </a:ext>
                </a:extLst>
              </a:tr>
              <a:tr h="561666">
                <a:tc>
                  <a:txBody>
                    <a:bodyPr/>
                    <a:lstStyle/>
                    <a:p>
                      <a:r>
                        <a:rPr lang="en-US" dirty="0"/>
                        <a:t>Bulk Modulus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21.65 ± 2.849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480384"/>
                  </a:ext>
                </a:extLst>
              </a:tr>
              <a:tr h="550862">
                <a:tc>
                  <a:txBody>
                    <a:bodyPr/>
                    <a:lstStyle/>
                    <a:p>
                      <a:r>
                        <a:rPr lang="en-US" dirty="0"/>
                        <a:t>Density of States at Fermi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0.52 ± 0.057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564089"/>
                  </a:ext>
                </a:extLst>
              </a:tr>
              <a:tr h="563872">
                <a:tc>
                  <a:txBody>
                    <a:bodyPr/>
                    <a:lstStyle/>
                    <a:p>
                      <a:r>
                        <a:rPr lang="en-US" dirty="0"/>
                        <a:t>Poisson’s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0.067 ± 0.015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33079"/>
                  </a:ext>
                </a:extLst>
              </a:tr>
              <a:tr h="563872">
                <a:tc>
                  <a:txBody>
                    <a:bodyPr/>
                    <a:lstStyle/>
                    <a:p>
                      <a:r>
                        <a:rPr lang="en-US" dirty="0"/>
                        <a:t>Shear Modulus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14.56 ± 2.336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036003"/>
                  </a:ext>
                </a:extLst>
              </a:tr>
              <a:tr h="563872">
                <a:tc>
                  <a:txBody>
                    <a:bodyPr/>
                    <a:lstStyle/>
                    <a:p>
                      <a:r>
                        <a:rPr lang="en-US" dirty="0"/>
                        <a:t>Work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XGBoost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0.42 ± 0.06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079451"/>
                  </a:ext>
                </a:extLst>
              </a:tr>
              <a:tr h="563872">
                <a:tc>
                  <a:txBody>
                    <a:bodyPr/>
                    <a:lstStyle/>
                    <a:p>
                      <a:r>
                        <a:rPr lang="en-US" dirty="0"/>
                        <a:t>Young’s Modulus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35.67 ± 3.951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35709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D42AF-2264-1B06-C6D0-CA44A30F9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934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0AD78-2A41-F76F-17AE-D8BC250CC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B9EA1-98D4-E764-426A-9C7B5801E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51367"/>
            <a:ext cx="11169445" cy="800100"/>
          </a:xfrm>
        </p:spPr>
        <p:txBody>
          <a:bodyPr/>
          <a:lstStyle/>
          <a:p>
            <a:r>
              <a:rPr lang="en-US" dirty="0"/>
              <a:t>Phase 2: Atomistic Line Graph Neural Networks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1C42E-3DB6-F7D6-5C98-156FBC845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work in this chapter is accepted for publication for IEEE ICAD 2025</a:t>
            </a:r>
          </a:p>
          <a:p>
            <a:r>
              <a:rPr lang="en-US" dirty="0"/>
              <a:t>We train Atomistic Line Graph Neural Network (ALIGNNTL)-based models to predict </a:t>
            </a:r>
            <a:r>
              <a:rPr lang="en-US" dirty="0" err="1"/>
              <a:t>MXene</a:t>
            </a:r>
            <a:r>
              <a:rPr lang="en-US" dirty="0"/>
              <a:t> properties when given a </a:t>
            </a:r>
            <a:r>
              <a:rPr lang="en-US" dirty="0" err="1"/>
              <a:t>MXene’s</a:t>
            </a:r>
            <a:r>
              <a:rPr lang="en-US" dirty="0"/>
              <a:t> crystal structure information.</a:t>
            </a:r>
          </a:p>
          <a:p>
            <a:r>
              <a:rPr lang="en-US" dirty="0"/>
              <a:t>These models performed better than the models from Phase 0 and Phase 1.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FCE10-94D9-7DEE-2397-CE9F80117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96595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3EE10-9902-1630-5929-A1D12D5B8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for Phase 2</a:t>
            </a:r>
          </a:p>
        </p:txBody>
      </p:sp>
      <p:pic>
        <p:nvPicPr>
          <p:cNvPr id="6" name="Content Placeholder 5" descr="A diagram of a training program&#10;&#10;AI-generated content may be incorrect.">
            <a:extLst>
              <a:ext uri="{FF2B5EF4-FFF2-40B4-BE49-F238E27FC236}">
                <a16:creationId xmlns:a16="http://schemas.microsoft.com/office/drawing/2014/main" id="{FD7D993E-63D6-4B8A-E7B8-F308BCA091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274" y="1524000"/>
            <a:ext cx="10019452" cy="46482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A4D7D-C7F8-E067-2442-4341964AB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2946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18554-B8C9-89F1-D2E6-BF6F8E411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6200"/>
            <a:ext cx="11074400" cy="1066800"/>
          </a:xfrm>
        </p:spPr>
        <p:txBody>
          <a:bodyPr anchor="b">
            <a:normAutofit/>
          </a:bodyPr>
          <a:lstStyle/>
          <a:p>
            <a:r>
              <a:rPr lang="en-US" dirty="0"/>
              <a:t>Atomistic Line Graph Neural Network (ALIGNN) </a:t>
            </a:r>
            <a:r>
              <a:rPr lang="en-US" sz="2800" dirty="0"/>
              <a:t>[4]</a:t>
            </a:r>
            <a:endParaRPr lang="en-US" dirty="0"/>
          </a:p>
        </p:txBody>
      </p:sp>
      <p:pic>
        <p:nvPicPr>
          <p:cNvPr id="6" name="Picture 5" descr="A close-up of a graph&#10;&#10;Description automatically generated">
            <a:extLst>
              <a:ext uri="{FF2B5EF4-FFF2-40B4-BE49-F238E27FC236}">
                <a16:creationId xmlns:a16="http://schemas.microsoft.com/office/drawing/2014/main" id="{C124233E-D3FE-AC75-FCDE-8BB70A9803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709" y="2480479"/>
            <a:ext cx="7058691" cy="2735242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F5D7C-AF55-7F11-D339-2A6A833F78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1890" y="1524000"/>
            <a:ext cx="3564876" cy="4648200"/>
          </a:xfrm>
        </p:spPr>
        <p:txBody>
          <a:bodyPr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Composes two edge-gated graph convolution layers, applied to: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Atomistic line graph </a:t>
            </a:r>
            <a:r>
              <a:rPr lang="en-US" sz="1700" i="1" dirty="0"/>
              <a:t>L(g)</a:t>
            </a:r>
            <a:r>
              <a:rPr lang="en-US" sz="1700" dirty="0"/>
              <a:t> (representing triplet interactions)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Atomistic bond graph </a:t>
            </a:r>
            <a:r>
              <a:rPr lang="en-US" sz="1700" i="1" dirty="0"/>
              <a:t>g</a:t>
            </a:r>
            <a:r>
              <a:rPr lang="en-US" sz="1700" dirty="0"/>
              <a:t> (representing pair interactions)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BD81D-59F5-C6B9-2C94-FEA80D16C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387664"/>
            <a:ext cx="609600" cy="39413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63B0023-0CED-47F7-85AE-654F0B232C29}" type="slidenum">
              <a:rPr lang="en-US" smtClean="0"/>
              <a:pPr>
                <a:spcAft>
                  <a:spcPts val="600"/>
                </a:spcAft>
              </a:pPr>
              <a:t>58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56AA6F-98BB-2D5B-A422-F1E7760B6476}"/>
              </a:ext>
            </a:extLst>
          </p:cNvPr>
          <p:cNvSpPr txBox="1"/>
          <p:nvPr/>
        </p:nvSpPr>
        <p:spPr>
          <a:xfrm>
            <a:off x="-509638" y="5917937"/>
            <a:ext cx="6656438" cy="3613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600" dirty="0"/>
              <a:t>[4]</a:t>
            </a:r>
          </a:p>
        </p:txBody>
      </p:sp>
    </p:spTree>
    <p:extLst>
      <p:ext uri="{BB962C8B-B14F-4D97-AF65-F5344CB8AC3E}">
        <p14:creationId xmlns:p14="http://schemas.microsoft.com/office/powerpoint/2010/main" val="9762125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BFD2B-926D-4941-3723-9B96BD015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ALIGNNTL NN Architecture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801A6AD-2038-7132-580A-EB5C6DF610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7176" y="1524000"/>
            <a:ext cx="4937648" cy="46482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5B6AFF-29CC-C192-1647-F2612DE5B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3560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30394-53CE-26E5-2353-E9DD11787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7987A48-6402-E843-DFB1-074E7041A9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582994"/>
            <a:ext cx="10536256" cy="335499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95FA1D-1E43-4C18-FE20-6B50380BB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11968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6BFC8-26C5-81AF-B266-F2FCCE40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Results vs. Phase 1 Results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CC31C54-3A42-56AF-98DE-B593E9C248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916829"/>
            <a:ext cx="5779927" cy="279282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1F9F17-0093-5C7A-8527-EA7028BBD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61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3D393C-CA54-94C9-7943-4918F4A4D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699" y="1652339"/>
            <a:ext cx="4706007" cy="35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8677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AA24A-A315-886E-AB52-6BEE8F333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E4476-FEEB-0041-B36E-CA4705935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3: Generating </a:t>
            </a:r>
            <a:r>
              <a:rPr lang="en-US" dirty="0" err="1"/>
              <a:t>MXene</a:t>
            </a:r>
            <a:r>
              <a:rPr lang="en-US" dirty="0"/>
              <a:t>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37B4A-07B4-2E54-825E-AA7960495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work in this phase has been submitted to the 2025 IEEE NAP conference (same paper as Phase 4)</a:t>
            </a:r>
          </a:p>
          <a:p>
            <a:r>
              <a:rPr lang="en-US" dirty="0"/>
              <a:t>We develop a novel rules-based algorithm to generate chemically accurate</a:t>
            </a:r>
          </a:p>
          <a:p>
            <a:r>
              <a:rPr lang="en-US" dirty="0" err="1"/>
              <a:t>Mxene</a:t>
            </a:r>
            <a:r>
              <a:rPr lang="en-US" dirty="0"/>
              <a:t> crystal structures in .</a:t>
            </a:r>
            <a:r>
              <a:rPr lang="en-US" dirty="0" err="1"/>
              <a:t>cif</a:t>
            </a:r>
            <a:r>
              <a:rPr lang="en-US" dirty="0"/>
              <a:t> file format</a:t>
            </a:r>
          </a:p>
          <a:p>
            <a:r>
              <a:rPr lang="en-US" dirty="0"/>
              <a:t>We use this algorithm to generate 13 million unique </a:t>
            </a:r>
            <a:r>
              <a:rPr lang="en-US" dirty="0" err="1"/>
              <a:t>MXenes</a:t>
            </a:r>
            <a:r>
              <a:rPr lang="en-US" dirty="0"/>
              <a:t>, 99.6% of which were predicted to be at least marginally stable by predictions for Heat of Formation or Dynamic Stability (T/F)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EDDE9-CA67-D966-272B-2F0EB10CC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83198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F8881-59E6-3F10-A4FD-94F452EE7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Periodic 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FA75C-E685-94F9-87C8-5DB0D584A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63</a:t>
            </a:fld>
            <a:endParaRPr lang="en-US" dirty="0"/>
          </a:p>
        </p:txBody>
      </p:sp>
      <p:pic>
        <p:nvPicPr>
          <p:cNvPr id="16" name="Content Placeholder 15" descr="A group of symbols on a white background&#10;&#10;AI-generated content may be incorrect.">
            <a:extLst>
              <a:ext uri="{FF2B5EF4-FFF2-40B4-BE49-F238E27FC236}">
                <a16:creationId xmlns:a16="http://schemas.microsoft.com/office/drawing/2014/main" id="{0779D272-1209-5491-23AB-39A0525684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49" y="1523999"/>
            <a:ext cx="7714021" cy="5142681"/>
          </a:xfrm>
        </p:spPr>
      </p:pic>
    </p:spTree>
    <p:extLst>
      <p:ext uri="{BB962C8B-B14F-4D97-AF65-F5344CB8AC3E}">
        <p14:creationId xmlns:p14="http://schemas.microsoft.com/office/powerpoint/2010/main" val="357598239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176CF-09F4-3F72-0E30-0CE355602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 atoms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E7D19-C47D-5147-8FDF-8CEF18E6C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BF50B-702A-6287-EB39-629738AC5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64</a:t>
            </a:fld>
            <a:endParaRPr lang="en-US" dirty="0"/>
          </a:p>
        </p:txBody>
      </p:sp>
      <p:pic>
        <p:nvPicPr>
          <p:cNvPr id="8" name="Picture 7" descr="A blue squares with black letters&#10;&#10;AI-generated content may be incorrect.">
            <a:extLst>
              <a:ext uri="{FF2B5EF4-FFF2-40B4-BE49-F238E27FC236}">
                <a16:creationId xmlns:a16="http://schemas.microsoft.com/office/drawing/2014/main" id="{F55DB9BE-286A-7A08-95B9-7472382715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" t="8925" r="6404" b="6199"/>
          <a:stretch>
            <a:fillRect/>
          </a:stretch>
        </p:blipFill>
        <p:spPr>
          <a:xfrm>
            <a:off x="2852345" y="518583"/>
            <a:ext cx="9447810" cy="586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5917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778D8-7443-134F-AA8D-99547A651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 atoms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00F69-65B5-1617-6579-CAE480999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56E76-1BA2-E3AA-351F-D24792A12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65</a:t>
            </a:fld>
            <a:endParaRPr lang="en-US" dirty="0"/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D471D4-9CFC-1752-2940-A0C7AB0DB6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5" t="3622" r="5820" b="8817"/>
          <a:stretch>
            <a:fillRect/>
          </a:stretch>
        </p:blipFill>
        <p:spPr>
          <a:xfrm>
            <a:off x="2664542" y="268066"/>
            <a:ext cx="9419303" cy="600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47334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AD1C9-D20C-7835-0A0C-5D3F7E25F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EB1A5-AEB6-884D-3282-64255D09F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66</a:t>
            </a:fld>
            <a:endParaRPr lang="en-US" dirty="0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9C37845-45DD-266A-424F-A41F73900C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1" t="9681" r="8186" b="7452"/>
          <a:stretch>
            <a:fillRect/>
          </a:stretch>
        </p:blipFill>
        <p:spPr>
          <a:xfrm>
            <a:off x="2458064" y="587477"/>
            <a:ext cx="9330814" cy="568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62711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C814F-9F9D-F1DE-B3BE-960FCED03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MXene</a:t>
            </a:r>
            <a:r>
              <a:rPr lang="en-US" dirty="0"/>
              <a:t> Sample Space Enumeration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9A145-B2E8-C8F6-DCD0-D5A495670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 = 9</a:t>
            </a:r>
          </a:p>
          <a:p>
            <a:r>
              <a:rPr lang="en-US" dirty="0"/>
              <a:t>M = 64</a:t>
            </a:r>
          </a:p>
          <a:p>
            <a:r>
              <a:rPr lang="en-US" dirty="0"/>
              <a:t>X = 16</a:t>
            </a:r>
          </a:p>
          <a:p>
            <a:r>
              <a:rPr lang="en-US" dirty="0"/>
              <a:t>Tx = 39</a:t>
            </a:r>
          </a:p>
          <a:p>
            <a:r>
              <a:rPr lang="en-US" dirty="0"/>
              <a:t># Structure types = 10</a:t>
            </a:r>
          </a:p>
          <a:p>
            <a:r>
              <a:rPr lang="en-US" dirty="0"/>
              <a:t>A simplified sample space with these possibilities consists of:</a:t>
            </a:r>
          </a:p>
          <a:p>
            <a:pPr lvl="1"/>
            <a:r>
              <a:rPr lang="en-US" b="1" dirty="0"/>
              <a:t>90 BILLION </a:t>
            </a:r>
            <a:r>
              <a:rPr lang="en-US" b="1" dirty="0" err="1"/>
              <a:t>MXenes</a:t>
            </a:r>
            <a:r>
              <a:rPr lang="en-US" b="1" dirty="0"/>
              <a:t>!!!!</a:t>
            </a:r>
          </a:p>
          <a:p>
            <a:pPr lvl="1"/>
            <a:r>
              <a:rPr lang="en-US" dirty="0"/>
              <a:t>And this is vastly simplified!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F3987-6303-5806-033C-6FF30A5FA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36380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FAB08-5DCB-E53B-6820-4FF59FCA7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this sample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55AE4-63A8-BCF9-EE6B-D55AA373F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sample a subset of these 90 billion </a:t>
            </a:r>
            <a:r>
              <a:rPr lang="en-US" dirty="0" err="1"/>
              <a:t>MXenes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D573D-6E8E-CCB1-4A4E-0374057EE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50919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990D9-13A0-2166-029A-68624E663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M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543F9-AE19-93E4-6155-F9085AB47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6B37F-9CE3-DC50-0C5C-B663F6071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69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8D757D-63F9-600D-56A0-E98A77353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39" y="1547550"/>
            <a:ext cx="10717121" cy="37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73334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14E96-2B08-EB0F-8DC5-5AB6F9C03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X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09BC3-8DE6-2CA2-1A5B-B9121DFEC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CD6D2-FD89-1B8D-A821-E9E0179A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70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10650C-1BA9-4B06-2118-3636257C3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522" y="2366814"/>
            <a:ext cx="5410955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49080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79955-8F01-DD72-D206-32D81A197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Tx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E5D4B-E02A-386C-9B26-3A9A84167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D47B5-1862-99A6-267E-22010AF6C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71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A1407E-1F28-4149-D3EE-2FC71122F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390" y="2195340"/>
            <a:ext cx="6049219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60675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4D7AF-E887-9333-2DAE-9F7E93B9B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0E03001-F31E-84D5-5BCD-F6941640F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</p:spPr>
        <p:txBody>
          <a:bodyPr/>
          <a:lstStyle/>
          <a:p>
            <a:r>
              <a:rPr lang="en-US" dirty="0"/>
              <a:t>10 MXene Structure types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FE5CC0-DD17-E5D4-4F19-EFD794BF7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387664"/>
            <a:ext cx="609600" cy="39413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63B0023-0CED-47F7-85AE-654F0B232C29}" type="slidenum">
              <a:rPr lang="en-US" smtClean="0"/>
              <a:pPr>
                <a:spcAft>
                  <a:spcPts val="600"/>
                </a:spcAft>
              </a:pPr>
              <a:t>72</a:t>
            </a:fld>
            <a:endParaRPr lang="en-US"/>
          </a:p>
        </p:txBody>
      </p:sp>
      <p:pic>
        <p:nvPicPr>
          <p:cNvPr id="3" name="Picture 2" descr="A diagram of a molecule&#10;&#10;Description automatically generated with medium confidence">
            <a:extLst>
              <a:ext uri="{FF2B5EF4-FFF2-40B4-BE49-F238E27FC236}">
                <a16:creationId xmlns:a16="http://schemas.microsoft.com/office/drawing/2014/main" id="{95C40270-0C86-C389-66CF-C1BC29FF93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31"/>
          <a:stretch/>
        </p:blipFill>
        <p:spPr>
          <a:xfrm>
            <a:off x="304801" y="1129118"/>
            <a:ext cx="11817214" cy="5377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33672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A1150-E51E-1ADF-C5B8-511FC08C1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CB1F89F2-5B31-AD53-9C65-BB29C464D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84925"/>
            <a:ext cx="10972800" cy="800100"/>
          </a:xfrm>
        </p:spPr>
        <p:txBody>
          <a:bodyPr/>
          <a:lstStyle/>
          <a:p>
            <a:r>
              <a:rPr lang="en-US" dirty="0"/>
              <a:t>10 MXene Structure types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8CDBA-3BD9-7FDE-CA5D-C99D6624A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387664"/>
            <a:ext cx="609600" cy="39413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63B0023-0CED-47F7-85AE-654F0B232C29}" type="slidenum">
              <a:rPr lang="en-US" smtClean="0"/>
              <a:pPr>
                <a:spcAft>
                  <a:spcPts val="600"/>
                </a:spcAft>
              </a:pPr>
              <a:t>73</a:t>
            </a:fld>
            <a:endParaRPr lang="en-US"/>
          </a:p>
        </p:txBody>
      </p:sp>
      <p:pic>
        <p:nvPicPr>
          <p:cNvPr id="3" name="Picture 2" descr="A diagram of a molecule&#10;&#10;Description automatically generated with medium confidence">
            <a:extLst>
              <a:ext uri="{FF2B5EF4-FFF2-40B4-BE49-F238E27FC236}">
                <a16:creationId xmlns:a16="http://schemas.microsoft.com/office/drawing/2014/main" id="{33D2ED6B-F60C-C32C-BEA3-DD602D0220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501" y="1025631"/>
            <a:ext cx="11817214" cy="545561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244B25B-EB9E-82AC-CAC5-CB1903EA9207}"/>
              </a:ext>
            </a:extLst>
          </p:cNvPr>
          <p:cNvSpPr/>
          <p:nvPr/>
        </p:nvSpPr>
        <p:spPr bwMode="auto">
          <a:xfrm>
            <a:off x="1019163" y="1078413"/>
            <a:ext cx="904680" cy="2271598"/>
          </a:xfrm>
          <a:prstGeom prst="rect">
            <a:avLst/>
          </a:prstGeom>
          <a:noFill/>
          <a:ln w="31750" cap="sq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/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6F4790-10B6-394F-A29F-142DA192172A}"/>
              </a:ext>
            </a:extLst>
          </p:cNvPr>
          <p:cNvSpPr/>
          <p:nvPr/>
        </p:nvSpPr>
        <p:spPr bwMode="auto">
          <a:xfrm>
            <a:off x="1019163" y="3804168"/>
            <a:ext cx="866772" cy="2271598"/>
          </a:xfrm>
          <a:prstGeom prst="rect">
            <a:avLst/>
          </a:prstGeom>
          <a:noFill/>
          <a:ln w="31750" cap="sq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/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F92CE9-E10C-9DFE-5690-59367549B593}"/>
              </a:ext>
            </a:extLst>
          </p:cNvPr>
          <p:cNvSpPr/>
          <p:nvPr/>
        </p:nvSpPr>
        <p:spPr bwMode="auto">
          <a:xfrm>
            <a:off x="3638527" y="1046185"/>
            <a:ext cx="726834" cy="2271598"/>
          </a:xfrm>
          <a:prstGeom prst="rect">
            <a:avLst/>
          </a:prstGeom>
          <a:noFill/>
          <a:ln w="31750" cap="sq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/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1BF4E6-47E3-4BAE-104E-0E4AD35E80B7}"/>
              </a:ext>
            </a:extLst>
          </p:cNvPr>
          <p:cNvSpPr/>
          <p:nvPr/>
        </p:nvSpPr>
        <p:spPr bwMode="auto">
          <a:xfrm>
            <a:off x="5896360" y="1046185"/>
            <a:ext cx="827134" cy="2271598"/>
          </a:xfrm>
          <a:prstGeom prst="rect">
            <a:avLst/>
          </a:prstGeom>
          <a:noFill/>
          <a:ln w="31750" cap="sq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/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BAAD35-7F74-3C61-4B50-C48BC04CD2DA}"/>
              </a:ext>
            </a:extLst>
          </p:cNvPr>
          <p:cNvSpPr/>
          <p:nvPr/>
        </p:nvSpPr>
        <p:spPr bwMode="auto">
          <a:xfrm>
            <a:off x="8210494" y="1010463"/>
            <a:ext cx="702144" cy="2343412"/>
          </a:xfrm>
          <a:prstGeom prst="rect">
            <a:avLst/>
          </a:prstGeom>
          <a:noFill/>
          <a:ln w="31750" cap="sq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/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A92FD7-E07A-E78D-270F-0F7987F04752}"/>
              </a:ext>
            </a:extLst>
          </p:cNvPr>
          <p:cNvSpPr/>
          <p:nvPr/>
        </p:nvSpPr>
        <p:spPr bwMode="auto">
          <a:xfrm>
            <a:off x="10193638" y="946315"/>
            <a:ext cx="724077" cy="2356423"/>
          </a:xfrm>
          <a:prstGeom prst="rect">
            <a:avLst/>
          </a:prstGeom>
          <a:noFill/>
          <a:ln w="31750" cap="sq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/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BC9C98-7DD5-FE24-FD68-30D6EEB4C743}"/>
              </a:ext>
            </a:extLst>
          </p:cNvPr>
          <p:cNvSpPr/>
          <p:nvPr/>
        </p:nvSpPr>
        <p:spPr bwMode="auto">
          <a:xfrm>
            <a:off x="10193639" y="3837614"/>
            <a:ext cx="827134" cy="2271598"/>
          </a:xfrm>
          <a:prstGeom prst="rect">
            <a:avLst/>
          </a:prstGeom>
          <a:noFill/>
          <a:ln w="31750" cap="sq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/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F598C0-8AFA-CAB3-8CFF-5FD8A0AF81E9}"/>
              </a:ext>
            </a:extLst>
          </p:cNvPr>
          <p:cNvSpPr/>
          <p:nvPr/>
        </p:nvSpPr>
        <p:spPr bwMode="auto">
          <a:xfrm>
            <a:off x="8080823" y="3691007"/>
            <a:ext cx="743688" cy="2343412"/>
          </a:xfrm>
          <a:prstGeom prst="rect">
            <a:avLst/>
          </a:prstGeom>
          <a:noFill/>
          <a:ln w="31750" cap="sq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/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393C60-BF4E-31CD-5637-278029ABA7DF}"/>
              </a:ext>
            </a:extLst>
          </p:cNvPr>
          <p:cNvSpPr/>
          <p:nvPr/>
        </p:nvSpPr>
        <p:spPr bwMode="auto">
          <a:xfrm>
            <a:off x="5876541" y="3702800"/>
            <a:ext cx="866772" cy="2406412"/>
          </a:xfrm>
          <a:prstGeom prst="rect">
            <a:avLst/>
          </a:prstGeom>
          <a:noFill/>
          <a:ln w="31750" cap="sq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/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B064CA-0419-7C69-BA99-AED147F9692D}"/>
              </a:ext>
            </a:extLst>
          </p:cNvPr>
          <p:cNvSpPr/>
          <p:nvPr/>
        </p:nvSpPr>
        <p:spPr bwMode="auto">
          <a:xfrm>
            <a:off x="3612465" y="3753438"/>
            <a:ext cx="733823" cy="2343412"/>
          </a:xfrm>
          <a:prstGeom prst="rect">
            <a:avLst/>
          </a:prstGeom>
          <a:noFill/>
          <a:ln w="31750" cap="sq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/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413D3EE-E8FD-AF4F-821B-7BC326AEBE9E}"/>
              </a:ext>
            </a:extLst>
          </p:cNvPr>
          <p:cNvCxnSpPr/>
          <p:nvPr/>
        </p:nvCxnSpPr>
        <p:spPr>
          <a:xfrm flipV="1">
            <a:off x="3745735" y="4109292"/>
            <a:ext cx="0" cy="1608462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BCCFDB-E7BF-69BE-40AF-6458BF24D32D}"/>
              </a:ext>
            </a:extLst>
          </p:cNvPr>
          <p:cNvCxnSpPr/>
          <p:nvPr/>
        </p:nvCxnSpPr>
        <p:spPr>
          <a:xfrm flipV="1">
            <a:off x="1342222" y="4168049"/>
            <a:ext cx="0" cy="1608462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0B83ACB-4334-C1BC-8E49-6FEFC577BAD3}"/>
              </a:ext>
            </a:extLst>
          </p:cNvPr>
          <p:cNvCxnSpPr>
            <a:cxnSpLocks/>
          </p:cNvCxnSpPr>
          <p:nvPr/>
        </p:nvCxnSpPr>
        <p:spPr>
          <a:xfrm flipV="1">
            <a:off x="10495403" y="4261692"/>
            <a:ext cx="0" cy="1312843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23F3493-C3A5-7FD5-1698-D95845FD70C6}"/>
              </a:ext>
            </a:extLst>
          </p:cNvPr>
          <p:cNvCxnSpPr/>
          <p:nvPr/>
        </p:nvCxnSpPr>
        <p:spPr>
          <a:xfrm flipV="1">
            <a:off x="8210494" y="4168049"/>
            <a:ext cx="0" cy="1608462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804E6A1-91FE-9D93-FE2D-0842B9D34352}"/>
              </a:ext>
            </a:extLst>
          </p:cNvPr>
          <p:cNvCxnSpPr/>
          <p:nvPr/>
        </p:nvCxnSpPr>
        <p:spPr>
          <a:xfrm flipV="1">
            <a:off x="6195152" y="4168049"/>
            <a:ext cx="0" cy="1608462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FC59857-332B-E070-AC33-D3413008B96A}"/>
              </a:ext>
            </a:extLst>
          </p:cNvPr>
          <p:cNvCxnSpPr>
            <a:cxnSpLocks/>
          </p:cNvCxnSpPr>
          <p:nvPr/>
        </p:nvCxnSpPr>
        <p:spPr>
          <a:xfrm flipV="1">
            <a:off x="10611080" y="1187462"/>
            <a:ext cx="0" cy="542186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2CC420A-75BA-D0D7-4B70-B5693DA9FB92}"/>
              </a:ext>
            </a:extLst>
          </p:cNvPr>
          <p:cNvCxnSpPr>
            <a:cxnSpLocks/>
          </p:cNvCxnSpPr>
          <p:nvPr/>
        </p:nvCxnSpPr>
        <p:spPr>
          <a:xfrm flipV="1">
            <a:off x="10796530" y="2760552"/>
            <a:ext cx="0" cy="542186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&quot;Not Allowed&quot; Symbol 23">
            <a:extLst>
              <a:ext uri="{FF2B5EF4-FFF2-40B4-BE49-F238E27FC236}">
                <a16:creationId xmlns:a16="http://schemas.microsoft.com/office/drawing/2014/main" id="{53793F38-095C-FD52-AFE8-428EB2A252A8}"/>
              </a:ext>
            </a:extLst>
          </p:cNvPr>
          <p:cNvSpPr/>
          <p:nvPr/>
        </p:nvSpPr>
        <p:spPr bwMode="auto">
          <a:xfrm>
            <a:off x="995959" y="1035801"/>
            <a:ext cx="278326" cy="303322"/>
          </a:xfrm>
          <a:prstGeom prst="noSmoking">
            <a:avLst/>
          </a:prstGeom>
          <a:solidFill>
            <a:schemeClr val="bg2"/>
          </a:solidFill>
          <a:ln w="12700" cap="sq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/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5" name="&quot;Not Allowed&quot; Symbol 24">
            <a:extLst>
              <a:ext uri="{FF2B5EF4-FFF2-40B4-BE49-F238E27FC236}">
                <a16:creationId xmlns:a16="http://schemas.microsoft.com/office/drawing/2014/main" id="{4E3140AB-7F42-1B72-53AF-363F06DBA572}"/>
              </a:ext>
            </a:extLst>
          </p:cNvPr>
          <p:cNvSpPr/>
          <p:nvPr/>
        </p:nvSpPr>
        <p:spPr bwMode="auto">
          <a:xfrm>
            <a:off x="962677" y="3080062"/>
            <a:ext cx="278326" cy="303322"/>
          </a:xfrm>
          <a:prstGeom prst="noSmoking">
            <a:avLst/>
          </a:prstGeom>
          <a:solidFill>
            <a:schemeClr val="bg2"/>
          </a:solidFill>
          <a:ln w="12700" cap="sq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/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F2A5870-9A52-1348-CC27-B5AA3AA619F2}"/>
              </a:ext>
            </a:extLst>
          </p:cNvPr>
          <p:cNvCxnSpPr>
            <a:cxnSpLocks/>
          </p:cNvCxnSpPr>
          <p:nvPr/>
        </p:nvCxnSpPr>
        <p:spPr>
          <a:xfrm flipV="1">
            <a:off x="4238551" y="1820538"/>
            <a:ext cx="0" cy="1066826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F3E69B9-DEF4-2163-783B-7E8DAF76E93C}"/>
              </a:ext>
            </a:extLst>
          </p:cNvPr>
          <p:cNvCxnSpPr>
            <a:cxnSpLocks/>
          </p:cNvCxnSpPr>
          <p:nvPr/>
        </p:nvCxnSpPr>
        <p:spPr>
          <a:xfrm flipV="1">
            <a:off x="4027901" y="1460583"/>
            <a:ext cx="0" cy="1073296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9EE41D1-1F1A-AEDB-E195-40969E1DA63B}"/>
              </a:ext>
            </a:extLst>
          </p:cNvPr>
          <p:cNvCxnSpPr>
            <a:cxnSpLocks/>
          </p:cNvCxnSpPr>
          <p:nvPr/>
        </p:nvCxnSpPr>
        <p:spPr>
          <a:xfrm flipV="1">
            <a:off x="3745735" y="1187462"/>
            <a:ext cx="0" cy="2034972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F6ABB9F-6014-E0C2-3ECA-1E36E11A1AF6}"/>
              </a:ext>
            </a:extLst>
          </p:cNvPr>
          <p:cNvCxnSpPr>
            <a:cxnSpLocks/>
          </p:cNvCxnSpPr>
          <p:nvPr/>
        </p:nvCxnSpPr>
        <p:spPr>
          <a:xfrm flipV="1">
            <a:off x="6561274" y="1187462"/>
            <a:ext cx="0" cy="633076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C0487C2-1DC9-E0A1-F929-A6FA61BEF0A4}"/>
              </a:ext>
            </a:extLst>
          </p:cNvPr>
          <p:cNvCxnSpPr>
            <a:cxnSpLocks/>
          </p:cNvCxnSpPr>
          <p:nvPr/>
        </p:nvCxnSpPr>
        <p:spPr>
          <a:xfrm flipV="1">
            <a:off x="6339100" y="2533879"/>
            <a:ext cx="0" cy="688555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31176D7-4B98-5205-D45C-FAFC4FA3335E}"/>
              </a:ext>
            </a:extLst>
          </p:cNvPr>
          <p:cNvCxnSpPr>
            <a:cxnSpLocks/>
          </p:cNvCxnSpPr>
          <p:nvPr/>
        </p:nvCxnSpPr>
        <p:spPr>
          <a:xfrm flipV="1">
            <a:off x="8824511" y="1225033"/>
            <a:ext cx="0" cy="633076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62618B1-A20B-9931-43AC-7847578166FF}"/>
              </a:ext>
            </a:extLst>
          </p:cNvPr>
          <p:cNvCxnSpPr>
            <a:cxnSpLocks/>
          </p:cNvCxnSpPr>
          <p:nvPr/>
        </p:nvCxnSpPr>
        <p:spPr>
          <a:xfrm flipV="1">
            <a:off x="8602338" y="2634301"/>
            <a:ext cx="0" cy="633076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&quot;Not Allowed&quot; Symbol 36">
            <a:extLst>
              <a:ext uri="{FF2B5EF4-FFF2-40B4-BE49-F238E27FC236}">
                <a16:creationId xmlns:a16="http://schemas.microsoft.com/office/drawing/2014/main" id="{45CAA781-8F92-6D07-572F-76F75A72E25A}"/>
              </a:ext>
            </a:extLst>
          </p:cNvPr>
          <p:cNvSpPr/>
          <p:nvPr/>
        </p:nvSpPr>
        <p:spPr bwMode="auto">
          <a:xfrm>
            <a:off x="8504677" y="3140128"/>
            <a:ext cx="312369" cy="340996"/>
          </a:xfrm>
          <a:prstGeom prst="noSmoking">
            <a:avLst/>
          </a:prstGeom>
          <a:solidFill>
            <a:schemeClr val="bg2"/>
          </a:solidFill>
          <a:ln w="12700" cap="sq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/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2548654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5D02A-8FC6-029F-868D-24FAE2322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</a:t>
            </a:r>
            <a:r>
              <a:rPr lang="en-US" dirty="0" err="1"/>
              <a:t>MXene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A0583-2306-4CDF-B3DD-AD0EF0D45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BCF30-B8E4-9CAA-2148-ABB20B252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74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250EF3-FE03-60B3-0AEF-5683B070C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03" y="1828576"/>
            <a:ext cx="10707594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90264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FE694-B67A-1A3B-9F69-1B3F8B07C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8C489-F491-AF37-400B-5A2C25919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4: High-throughput Deep Learning for </a:t>
            </a:r>
            <a:r>
              <a:rPr lang="en-US" dirty="0" err="1"/>
              <a:t>MXene</a:t>
            </a:r>
            <a:r>
              <a:rPr lang="en-US" dirty="0"/>
              <a:t> Property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3CC51-87CF-71DB-D86D-1DDD0D15E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work in this phase has been submitted to the 2025 IEEE NAP conference (same paper as Phase 3)</a:t>
            </a:r>
          </a:p>
          <a:p>
            <a:r>
              <a:rPr lang="en-US" dirty="0"/>
              <a:t>We retrain the ALIGNNTL-based models from Phase 2 on larger training datasets to predict </a:t>
            </a:r>
            <a:r>
              <a:rPr lang="en-US" dirty="0" err="1"/>
              <a:t>MXene</a:t>
            </a:r>
            <a:r>
              <a:rPr lang="en-US" dirty="0"/>
              <a:t> 9 </a:t>
            </a:r>
            <a:r>
              <a:rPr lang="en-US" dirty="0" err="1"/>
              <a:t>MXene</a:t>
            </a:r>
            <a:r>
              <a:rPr lang="en-US" dirty="0"/>
              <a:t> target properties when given a </a:t>
            </a:r>
            <a:r>
              <a:rPr lang="en-US" dirty="0" err="1"/>
              <a:t>MXene’s</a:t>
            </a:r>
            <a:r>
              <a:rPr lang="en-US" dirty="0"/>
              <a:t> crystal structure information: </a:t>
            </a:r>
          </a:p>
          <a:p>
            <a:pPr lvl="1"/>
            <a:r>
              <a:rPr lang="en-US" dirty="0"/>
              <a:t>Band Gap, Bulk Modulus, </a:t>
            </a:r>
            <a:r>
              <a:rPr lang="en-US" dirty="0" err="1"/>
              <a:t>dBand</a:t>
            </a:r>
            <a:r>
              <a:rPr lang="en-US" dirty="0"/>
              <a:t> Center, Density of States (at Fermi Level), Dynamically Stable (T/F), Heat of Formation, Magnetic (T/F), Termination Binding Energy, and Work Function</a:t>
            </a:r>
          </a:p>
          <a:p>
            <a:r>
              <a:rPr lang="en-US" dirty="0"/>
              <a:t>Finally, we predict these target properties for each of the 13 million </a:t>
            </a:r>
            <a:r>
              <a:rPr lang="en-US" dirty="0" err="1"/>
              <a:t>MXenes</a:t>
            </a:r>
            <a:r>
              <a:rPr lang="en-US" dirty="0"/>
              <a:t> generated in Phase 3. </a:t>
            </a:r>
          </a:p>
          <a:p>
            <a:r>
              <a:rPr lang="en-US" dirty="0"/>
              <a:t>To our knowledge, this is the largest publicly-available dataset of </a:t>
            </a:r>
            <a:r>
              <a:rPr lang="en-US" dirty="0" err="1"/>
              <a:t>MXenes</a:t>
            </a:r>
            <a:r>
              <a:rPr lang="en-US" dirty="0"/>
              <a:t> properties to date.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A0C71-0F05-0D99-248D-9DFECEC9B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75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648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8CDA-7B85-FB55-4713-0200D45F1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95041-5AD1-D15A-E37B-BEA0FE12D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*Not accurate enough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647AA6-0220-301F-EDC0-BB7DBFE07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76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C77683-722A-102A-FE59-84F7EEB7C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971" y="1347497"/>
            <a:ext cx="3458058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2711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29E83-CFDA-FDDE-1D0D-58DA80F3E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Training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89B71-8D5E-4978-94D7-CE0E09BE9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A7350D-0EDA-D416-77D4-408722C24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77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996C23-5A7A-9382-AD3B-0C4A98D6E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41675"/>
            <a:ext cx="11364319" cy="3374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04685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74390-4078-F1E6-9FF0-C7E1D9F12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AF625-E42E-F82C-85BE-D38F6C2A1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332C5-0B98-2604-EA65-ECCF6BE89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78</a:t>
            </a:fld>
            <a:endParaRPr lang="en-US" dirty="0"/>
          </a:p>
        </p:txBody>
      </p:sp>
      <p:pic>
        <p:nvPicPr>
          <p:cNvPr id="5" name="Content Placeholder 5" descr="A diagram of a band gap distribution&#10;&#10;AI-generated content may be incorrect.">
            <a:extLst>
              <a:ext uri="{FF2B5EF4-FFF2-40B4-BE49-F238E27FC236}">
                <a16:creationId xmlns:a16="http://schemas.microsoft.com/office/drawing/2014/main" id="{BBEAE3DE-D5DD-0FAF-FBD2-9BDC6D4A7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304" y="1437290"/>
            <a:ext cx="4648200" cy="4648200"/>
          </a:xfrm>
          <a:prstGeom prst="rect">
            <a:avLst/>
          </a:prstGeom>
        </p:spPr>
      </p:pic>
      <p:pic>
        <p:nvPicPr>
          <p:cNvPr id="6" name="Content Placeholder 5" descr="A graph of a band gap distribution&#10;&#10;AI-generated content may be incorrect.">
            <a:extLst>
              <a:ext uri="{FF2B5EF4-FFF2-40B4-BE49-F238E27FC236}">
                <a16:creationId xmlns:a16="http://schemas.microsoft.com/office/drawing/2014/main" id="{F369F53C-F7B0-E9AF-A4CA-A74C1F209C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496" y="1445465"/>
            <a:ext cx="46482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22046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DA35B-B398-AADC-2BE1-601056335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38BE1-5A45-7E04-D0A3-FC647A898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B628D-216E-3C25-392E-AD016111A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79</a:t>
            </a:fld>
            <a:endParaRPr lang="en-US" dirty="0"/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7DAEF759-FC34-F214-9F51-B310B6C890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48" y="1739464"/>
            <a:ext cx="4648200" cy="4648200"/>
          </a:xfrm>
          <a:prstGeom prst="rect">
            <a:avLst/>
          </a:prstGeom>
        </p:spPr>
      </p:pic>
      <p:pic>
        <p:nvPicPr>
          <p:cNvPr id="8" name="Content Placeholder 7" descr="A screenshot of a graph&#10;&#10;AI-generated content may be incorrect.">
            <a:extLst>
              <a:ext uri="{FF2B5EF4-FFF2-40B4-BE49-F238E27FC236}">
                <a16:creationId xmlns:a16="http://schemas.microsoft.com/office/drawing/2014/main" id="{7248706E-61CD-09CF-A157-69171E7091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854" y="1739464"/>
            <a:ext cx="46482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96832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008FB-09EC-0486-0B7A-9A6033685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DB425-C241-EA3C-7DB8-06688159A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80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D5EFBF-3758-3D6C-306A-C968879AE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4" descr="A diagram of a distribution of data&#10;&#10;AI-generated content may be incorrect.">
            <a:extLst>
              <a:ext uri="{FF2B5EF4-FFF2-40B4-BE49-F238E27FC236}">
                <a16:creationId xmlns:a16="http://schemas.microsoft.com/office/drawing/2014/main" id="{BBAE2D6F-1D25-14A8-456C-6A5207DAB0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308536"/>
            <a:ext cx="4648200" cy="4648200"/>
          </a:xfrm>
          <a:prstGeom prst="rect">
            <a:avLst/>
          </a:prstGeom>
        </p:spPr>
      </p:pic>
      <p:pic>
        <p:nvPicPr>
          <p:cNvPr id="10" name="Content Placeholder 9" descr="A diagram of a distribution of data&#10;&#10;AI-generated content may be incorrect.">
            <a:extLst>
              <a:ext uri="{FF2B5EF4-FFF2-40B4-BE49-F238E27FC236}">
                <a16:creationId xmlns:a16="http://schemas.microsoft.com/office/drawing/2014/main" id="{3FA27C0E-A0EF-BA5C-BDBA-8B606D5327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66931"/>
            <a:ext cx="46482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23310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290F6-4C4E-3D5D-681B-CCC0C3E1E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CCD38-1C15-7275-07DF-8ADF601D1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81</a:t>
            </a:fld>
            <a:endParaRPr lang="en-US" dirty="0"/>
          </a:p>
        </p:txBody>
      </p:sp>
      <p:pic>
        <p:nvPicPr>
          <p:cNvPr id="7" name="Content Placeholder 4" descr="A diagram of a distribution of states&#10;&#10;AI-generated content may be incorrect.">
            <a:extLst>
              <a:ext uri="{FF2B5EF4-FFF2-40B4-BE49-F238E27FC236}">
                <a16:creationId xmlns:a16="http://schemas.microsoft.com/office/drawing/2014/main" id="{632E1AAF-D9E0-C95F-6C83-071AA6BE93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524000"/>
            <a:ext cx="4648200" cy="4648200"/>
          </a:xfrm>
          <a:prstGeom prst="rect">
            <a:avLst/>
          </a:prstGeom>
        </p:spPr>
      </p:pic>
      <p:pic>
        <p:nvPicPr>
          <p:cNvPr id="12" name="Content Placeholder 11" descr="A diagram of a distribution of states&#10;&#10;AI-generated content may be incorrect.">
            <a:extLst>
              <a:ext uri="{FF2B5EF4-FFF2-40B4-BE49-F238E27FC236}">
                <a16:creationId xmlns:a16="http://schemas.microsoft.com/office/drawing/2014/main" id="{5A2B1103-0BD6-578A-8D10-D5D8F054BB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850" y="1524000"/>
            <a:ext cx="46482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16291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27133-D123-EC23-2214-1E1E1F5B4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AAAB5-A70C-E402-C946-07C5DFEFE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82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88D761-DF45-F606-B186-00D405E09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4" descr="A diagram of a funnel&#10;&#10;AI-generated content may be incorrect.">
            <a:extLst>
              <a:ext uri="{FF2B5EF4-FFF2-40B4-BE49-F238E27FC236}">
                <a16:creationId xmlns:a16="http://schemas.microsoft.com/office/drawing/2014/main" id="{9B536C93-4272-B442-D38D-F6C63636B6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50" y="1631732"/>
            <a:ext cx="4648200" cy="4648200"/>
          </a:xfrm>
          <a:prstGeom prst="rect">
            <a:avLst/>
          </a:prstGeom>
        </p:spPr>
      </p:pic>
      <p:pic>
        <p:nvPicPr>
          <p:cNvPr id="14" name="Content Placeholder 13" descr="A diagram of a stable distribution&#10;&#10;AI-generated content may be incorrect.">
            <a:extLst>
              <a:ext uri="{FF2B5EF4-FFF2-40B4-BE49-F238E27FC236}">
                <a16:creationId xmlns:a16="http://schemas.microsoft.com/office/drawing/2014/main" id="{3ED8413A-C7A1-3DF4-03CA-4F8C5805DD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24000"/>
            <a:ext cx="46482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67254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DDA5E-454A-B600-8EDD-B6F42F145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80143-5FDE-2C5A-13FD-57660A8AD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83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5C90C66-D718-FAB5-1259-AF3029EAB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4" descr="A diagram of a heat distribution&#10;&#10;AI-generated content may be incorrect.">
            <a:extLst>
              <a:ext uri="{FF2B5EF4-FFF2-40B4-BE49-F238E27FC236}">
                <a16:creationId xmlns:a16="http://schemas.microsoft.com/office/drawing/2014/main" id="{92CABFD6-7BEE-9467-4227-1442167A1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524000"/>
            <a:ext cx="4648200" cy="4648200"/>
          </a:xfrm>
          <a:prstGeom prst="rect">
            <a:avLst/>
          </a:prstGeom>
        </p:spPr>
      </p:pic>
      <p:pic>
        <p:nvPicPr>
          <p:cNvPr id="16" name="Content Placeholder 15" descr="A diagram of a heat distribution&#10;&#10;AI-generated content may be incorrect.">
            <a:extLst>
              <a:ext uri="{FF2B5EF4-FFF2-40B4-BE49-F238E27FC236}">
                <a16:creationId xmlns:a16="http://schemas.microsoft.com/office/drawing/2014/main" id="{88965B9B-50C8-A95C-673E-EA1C83EEE5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750" y="1524000"/>
            <a:ext cx="46482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1276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96917-2F01-49C8-09D5-57014C06B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35726-B963-657B-44BB-6416B5DD6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84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87AD7A-66DB-E133-4AD6-E0AD55FE7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4" descr="A diagram of a number of squares&#10;&#10;AI-generated content may be incorrect.">
            <a:extLst>
              <a:ext uri="{FF2B5EF4-FFF2-40B4-BE49-F238E27FC236}">
                <a16:creationId xmlns:a16="http://schemas.microsoft.com/office/drawing/2014/main" id="{E93AF47E-5470-A05B-4604-95F2AE10B7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1524000"/>
            <a:ext cx="4648200" cy="4648200"/>
          </a:xfrm>
          <a:prstGeom prst="rect">
            <a:avLst/>
          </a:prstGeom>
        </p:spPr>
      </p:pic>
      <p:pic>
        <p:nvPicPr>
          <p:cNvPr id="18" name="Content Placeholder 17" descr="A diagram of a magnetic distribution&#10;&#10;AI-generated content may be incorrect.">
            <a:extLst>
              <a:ext uri="{FF2B5EF4-FFF2-40B4-BE49-F238E27FC236}">
                <a16:creationId xmlns:a16="http://schemas.microsoft.com/office/drawing/2014/main" id="{9ADF175D-1C91-D00F-01CF-186452770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1631732"/>
            <a:ext cx="46482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30066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69904-63E9-0E9A-D3B7-3BCDB81D7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78B2F-0A2B-153E-C225-A8E533DDB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85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52B98D-8887-1D9B-B87E-44287A743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4" descr="A diagram of energy distribution&#10;&#10;AI-generated content may be incorrect.">
            <a:extLst>
              <a:ext uri="{FF2B5EF4-FFF2-40B4-BE49-F238E27FC236}">
                <a16:creationId xmlns:a16="http://schemas.microsoft.com/office/drawing/2014/main" id="{4615B3A1-AC2A-1EFB-081A-A572F9509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350" y="1631732"/>
            <a:ext cx="4648200" cy="4648200"/>
          </a:xfrm>
          <a:prstGeom prst="rect">
            <a:avLst/>
          </a:prstGeom>
        </p:spPr>
      </p:pic>
      <p:pic>
        <p:nvPicPr>
          <p:cNvPr id="20" name="Content Placeholder 19" descr="A diagram of energy distribution&#10;&#10;AI-generated content may be incorrect.">
            <a:extLst>
              <a:ext uri="{FF2B5EF4-FFF2-40B4-BE49-F238E27FC236}">
                <a16:creationId xmlns:a16="http://schemas.microsoft.com/office/drawing/2014/main" id="{3F0E8FE5-D64A-59A8-916D-AEBD4D1CD4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452" y="1524000"/>
            <a:ext cx="46482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5678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4C32F-1193-D5AF-419F-B48F47D81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2AA98-59A4-BDA0-0187-99D1F9C6C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86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664BA8-DC2B-769D-8693-594416A4C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4" descr="A diagram of a function distribution&#10;&#10;AI-generated content may be incorrect.">
            <a:extLst>
              <a:ext uri="{FF2B5EF4-FFF2-40B4-BE49-F238E27FC236}">
                <a16:creationId xmlns:a16="http://schemas.microsoft.com/office/drawing/2014/main" id="{3765A5CC-0771-0AED-0597-9D63C73A06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50" y="1308536"/>
            <a:ext cx="4648200" cy="4648200"/>
          </a:xfrm>
          <a:prstGeom prst="rect">
            <a:avLst/>
          </a:prstGeom>
        </p:spPr>
      </p:pic>
      <p:pic>
        <p:nvPicPr>
          <p:cNvPr id="22" name="Content Placeholder 21" descr="A graph of a function distribution&#10;&#10;AI-generated content may be incorrect.">
            <a:extLst>
              <a:ext uri="{FF2B5EF4-FFF2-40B4-BE49-F238E27FC236}">
                <a16:creationId xmlns:a16="http://schemas.microsoft.com/office/drawing/2014/main" id="{29E316ED-91B0-332F-7A7A-9FBCB639CE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00" y="1524000"/>
            <a:ext cx="46482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8114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8B906-2436-40FE-5545-0DB033054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D725D-51D2-A9D0-C997-7E600D3D2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47C7E-CF1E-7597-6684-F47CB533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87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31546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02BE2-ADC0-74D8-5E69-6096E5FB8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79F51-23AB-DF7E-6D0B-C88D55E70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48B96-83F8-F999-52EC-A0D660195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88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41393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C3E4F-754B-6A90-5FB3-0F52BE30E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A graph of different sizes and colors&#10;&#10;AI-generated content may be incorrect.">
            <a:extLst>
              <a:ext uri="{FF2B5EF4-FFF2-40B4-BE49-F238E27FC236}">
                <a16:creationId xmlns:a16="http://schemas.microsoft.com/office/drawing/2014/main" id="{CCE70B5B-09F2-F4EF-5F2D-B35D279359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900" y="1524000"/>
            <a:ext cx="4648200" cy="46482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7B9F4-DA03-B0DE-0A7B-459723C82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89</a:t>
            </a:fld>
            <a:endParaRPr lang="en-US" dirty="0"/>
          </a:p>
        </p:txBody>
      </p:sp>
      <p:pic>
        <p:nvPicPr>
          <p:cNvPr id="8" name="Picture 7" descr="A graph of different sizes and colors&#10;&#10;AI-generated content may be incorrect.">
            <a:extLst>
              <a:ext uri="{FF2B5EF4-FFF2-40B4-BE49-F238E27FC236}">
                <a16:creationId xmlns:a16="http://schemas.microsoft.com/office/drawing/2014/main" id="{8E2BF890-7FDB-E065-F1B7-7538799DED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6352" y="165766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02688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0493C-7C53-A84C-4661-C33FEDE9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26005-39E8-95AA-D87D-79B211E03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3B7223-7D2D-7674-B237-AC37967C4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90</a:t>
            </a:fld>
            <a:endParaRPr lang="en-US" dirty="0"/>
          </a:p>
        </p:txBody>
      </p:sp>
      <p:pic>
        <p:nvPicPr>
          <p:cNvPr id="10" name="Picture 9" descr="A graph of different types of lines&#10;&#10;AI-generated content may be incorrect.">
            <a:extLst>
              <a:ext uri="{FF2B5EF4-FFF2-40B4-BE49-F238E27FC236}">
                <a16:creationId xmlns:a16="http://schemas.microsoft.com/office/drawing/2014/main" id="{FD8C1A8A-FA1B-0E43-EEA4-42DEB9FB42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000" y="30000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77869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B68EE-51B1-AA33-4ACA-3C802395B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F2BEC-1643-A38A-9DC3-3D9F86F63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D738A-508F-8F34-F152-590B802E5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91</a:t>
            </a:fld>
            <a:endParaRPr lang="en-US" dirty="0"/>
          </a:p>
        </p:txBody>
      </p:sp>
      <p:pic>
        <p:nvPicPr>
          <p:cNvPr id="12" name="Picture 11" descr="A graph of different sizes and shapes&#10;&#10;AI-generated content may be incorrect.">
            <a:extLst>
              <a:ext uri="{FF2B5EF4-FFF2-40B4-BE49-F238E27FC236}">
                <a16:creationId xmlns:a16="http://schemas.microsoft.com/office/drawing/2014/main" id="{0270D360-3812-13AD-41CF-8B57995997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000" y="45000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68974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5F457-95BB-4355-FA23-4771A2E63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39BAF-73BA-FB54-6EFF-F642D2D86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5040F-43A7-9646-88CF-4611C93E1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92</a:t>
            </a:fld>
            <a:endParaRPr lang="en-US" dirty="0"/>
          </a:p>
        </p:txBody>
      </p:sp>
      <p:pic>
        <p:nvPicPr>
          <p:cNvPr id="16" name="Picture 15" descr="A graph of different sizes and colors&#10;&#10;AI-generated content may be incorrect.">
            <a:extLst>
              <a:ext uri="{FF2B5EF4-FFF2-40B4-BE49-F238E27FC236}">
                <a16:creationId xmlns:a16="http://schemas.microsoft.com/office/drawing/2014/main" id="{89B7392F-F2EE-E573-32B0-0F22384BF8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000" y="75000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2716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31707-05CF-FCE6-FF8E-4B953009A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C7048-69A5-87F9-9C4D-0AF1455F0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61507-B173-8438-66EE-0A21A3B14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93</a:t>
            </a:fld>
            <a:endParaRPr lang="en-US" dirty="0"/>
          </a:p>
        </p:txBody>
      </p:sp>
      <p:pic>
        <p:nvPicPr>
          <p:cNvPr id="18" name="Picture 17" descr="A screenshot of a graph&#10;&#10;AI-generated content may be incorrect.">
            <a:extLst>
              <a:ext uri="{FF2B5EF4-FFF2-40B4-BE49-F238E27FC236}">
                <a16:creationId xmlns:a16="http://schemas.microsoft.com/office/drawing/2014/main" id="{79E37240-48C6-11A5-97EF-A319CB18A8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7000" y="90000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24898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45F6F-AE3C-1D26-AB03-8C0712660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70E5D-0B36-7229-39F9-A9B27B5EE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89A48-8F95-F8E5-E09D-064940379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94</a:t>
            </a:fld>
            <a:endParaRPr lang="en-US" dirty="0"/>
          </a:p>
        </p:txBody>
      </p:sp>
      <p:pic>
        <p:nvPicPr>
          <p:cNvPr id="14" name="Picture 13" descr="A graph of bar graph&#10;&#10;AI-generated content may be incorrect.">
            <a:extLst>
              <a:ext uri="{FF2B5EF4-FFF2-40B4-BE49-F238E27FC236}">
                <a16:creationId xmlns:a16="http://schemas.microsoft.com/office/drawing/2014/main" id="{A54710F2-B35B-5311-DD46-9311F4BB7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000" y="60000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58261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92C75-26D1-A1A6-B7CF-2A365D4F7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7751B-E18C-FAF1-3634-3D1360259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64911-93F2-C414-E6A5-99E0F688F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95</a:t>
            </a:fld>
            <a:endParaRPr lang="en-US" dirty="0"/>
          </a:p>
        </p:txBody>
      </p:sp>
      <p:pic>
        <p:nvPicPr>
          <p:cNvPr id="26" name="Picture 25" descr="A graph of different sizes and colors&#10;&#10;AI-generated content may be incorrect.">
            <a:extLst>
              <a:ext uri="{FF2B5EF4-FFF2-40B4-BE49-F238E27FC236}">
                <a16:creationId xmlns:a16="http://schemas.microsoft.com/office/drawing/2014/main" id="{24672976-FDF7-62FD-94BC-A0DB19DC5C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000" y="150000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88136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C7325-DAF0-ADD3-844A-22E4DDD54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D81A8-508F-6BEE-882D-BE40BCDEF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3E5849-8D0E-92D3-50F2-2216988A6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96</a:t>
            </a:fld>
            <a:endParaRPr lang="en-US" dirty="0"/>
          </a:p>
        </p:txBody>
      </p:sp>
      <p:pic>
        <p:nvPicPr>
          <p:cNvPr id="24" name="Picture 23" descr="A graph of different sizes and colors&#10;&#10;AI-generated content may be incorrect.">
            <a:extLst>
              <a:ext uri="{FF2B5EF4-FFF2-40B4-BE49-F238E27FC236}">
                <a16:creationId xmlns:a16="http://schemas.microsoft.com/office/drawing/2014/main" id="{FA980166-C862-ACDA-DAE3-9900BFCB47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000" y="135000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34075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2B3BC-C865-CCE8-7FF3-2E2C3ADE2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A1063-DB86-526A-12C0-E38CA775B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3D77D-734F-FDBF-F84E-7F2E88C6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97</a:t>
            </a:fld>
            <a:endParaRPr lang="en-US" dirty="0"/>
          </a:p>
        </p:txBody>
      </p:sp>
      <p:pic>
        <p:nvPicPr>
          <p:cNvPr id="22" name="Picture 21" descr="A graph of different sizes and colors&#10;&#10;AI-generated content may be incorrect.">
            <a:extLst>
              <a:ext uri="{FF2B5EF4-FFF2-40B4-BE49-F238E27FC236}">
                <a16:creationId xmlns:a16="http://schemas.microsoft.com/office/drawing/2014/main" id="{A5214901-B940-5238-8F34-43AD77B5A5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7000" y="120000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878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8084C-FD9B-1D28-F7D7-C23F91E06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C6730-8062-371F-5A8A-DE629FC82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93B7F-AD44-3027-A250-7849BDB08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98</a:t>
            </a:fld>
            <a:endParaRPr lang="en-US" dirty="0"/>
          </a:p>
        </p:txBody>
      </p:sp>
      <p:pic>
        <p:nvPicPr>
          <p:cNvPr id="20" name="Picture 19" descr="A graph of bar code&#10;&#10;AI-generated content may be incorrect.">
            <a:extLst>
              <a:ext uri="{FF2B5EF4-FFF2-40B4-BE49-F238E27FC236}">
                <a16:creationId xmlns:a16="http://schemas.microsoft.com/office/drawing/2014/main" id="{17199973-5562-33F5-09B6-22CCF763F8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900" y="105000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1346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14C1B-0588-E300-9318-A7B934E90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75E6D-F144-C172-AC06-B0676264D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B23C0-3857-3A3B-F790-06FE1850C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99</a:t>
            </a:fld>
            <a:endParaRPr lang="en-US" dirty="0"/>
          </a:p>
        </p:txBody>
      </p:sp>
      <p:pic>
        <p:nvPicPr>
          <p:cNvPr id="28" name="Picture 27" descr="A graph of bar graph&#10;&#10;AI-generated content may be incorrect.">
            <a:extLst>
              <a:ext uri="{FF2B5EF4-FFF2-40B4-BE49-F238E27FC236}">
                <a16:creationId xmlns:a16="http://schemas.microsoft.com/office/drawing/2014/main" id="{E3F15D71-2D1B-1156-07AE-A60958345C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7000" y="998633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45957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26DA3-B48D-AA22-3E33-856982216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139CF-D55B-01FC-084E-009D5E1D5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29242-DBE5-3D92-61C6-CF97C22B2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100</a:t>
            </a:fld>
            <a:endParaRPr lang="en-US" dirty="0"/>
          </a:p>
        </p:txBody>
      </p:sp>
      <p:pic>
        <p:nvPicPr>
          <p:cNvPr id="34" name="Picture 33" descr="A graph of a graph&#10;&#10;AI-generated content may be incorrect.">
            <a:extLst>
              <a:ext uri="{FF2B5EF4-FFF2-40B4-BE49-F238E27FC236}">
                <a16:creationId xmlns:a16="http://schemas.microsoft.com/office/drawing/2014/main" id="{6DCF6C5F-5159-4DA1-89C3-F715083226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7000" y="210000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61438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819CF-E0B6-F3BE-930C-EB1D42F85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71F7B-90A0-2126-90E1-2DF55A2CC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59512-455C-F011-172E-D8122AAF1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101</a:t>
            </a:fld>
            <a:endParaRPr lang="en-US" dirty="0"/>
          </a:p>
        </p:txBody>
      </p:sp>
      <p:pic>
        <p:nvPicPr>
          <p:cNvPr id="32" name="Picture 31" descr="A graph of different sizes and colors&#10;&#10;AI-generated content may be incorrect.">
            <a:extLst>
              <a:ext uri="{FF2B5EF4-FFF2-40B4-BE49-F238E27FC236}">
                <a16:creationId xmlns:a16="http://schemas.microsoft.com/office/drawing/2014/main" id="{2D5BFBB9-10A7-3D76-D0F6-F0D569F751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650734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55433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C1826-6F53-0EB2-B527-D76BFB789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21CC0-F268-BEA7-42AD-CC6D7CA9F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7A186-B7E6-9340-695B-6B89C9D4D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102</a:t>
            </a:fld>
            <a:endParaRPr lang="en-US" dirty="0"/>
          </a:p>
        </p:txBody>
      </p:sp>
      <p:pic>
        <p:nvPicPr>
          <p:cNvPr id="30" name="Picture 29" descr="A graph of different sizes and colors&#10;&#10;AI-generated content may be incorrect.">
            <a:extLst>
              <a:ext uri="{FF2B5EF4-FFF2-40B4-BE49-F238E27FC236}">
                <a16:creationId xmlns:a16="http://schemas.microsoft.com/office/drawing/2014/main" id="{D6A1FB64-EC4A-5C6D-F79F-2A37D7E10E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7000" y="180000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61994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61841-1F5C-516A-5D02-7CD2314BF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126E5-3E1D-10B1-23BF-664B6A8D7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86B1E-DEEA-FA50-0680-D8FE73E64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103</a:t>
            </a:fld>
            <a:endParaRPr lang="en-US" dirty="0"/>
          </a:p>
        </p:txBody>
      </p:sp>
      <p:pic>
        <p:nvPicPr>
          <p:cNvPr id="40" name="Picture 39" descr="A graph of different sizes and colors&#10;&#10;AI-generated content may be incorrect.">
            <a:extLst>
              <a:ext uri="{FF2B5EF4-FFF2-40B4-BE49-F238E27FC236}">
                <a16:creationId xmlns:a16="http://schemas.microsoft.com/office/drawing/2014/main" id="{98D7C3F6-8463-5739-1E4E-E40C054C97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168" y="105696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11024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5BCCB-E36A-ED10-A3B0-5E718337E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Termination Binding Energy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F7857-62D8-FAF9-75B3-6CFC0CD48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9D0FF-B2F3-BE07-3EB9-29F03E549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104</a:t>
            </a:fld>
            <a:endParaRPr lang="en-US" dirty="0"/>
          </a:p>
        </p:txBody>
      </p:sp>
      <p:pic>
        <p:nvPicPr>
          <p:cNvPr id="38" name="Picture 37" descr="A graph of bar code&#10;&#10;AI-generated content may be incorrect.">
            <a:extLst>
              <a:ext uri="{FF2B5EF4-FFF2-40B4-BE49-F238E27FC236}">
                <a16:creationId xmlns:a16="http://schemas.microsoft.com/office/drawing/2014/main" id="{73A91053-C023-09EE-0AF4-13C899BB60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10" t="2099" r="9707" b="6967"/>
          <a:stretch>
            <a:fillRect/>
          </a:stretch>
        </p:blipFill>
        <p:spPr>
          <a:xfrm>
            <a:off x="7059559" y="595943"/>
            <a:ext cx="5132440" cy="579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56638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72D5E-CB46-4E4E-A42A-65B1C2B0B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Magnetic (T/F)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51524-454C-8E86-A710-B528AD4CD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9F9F8-49D4-B582-376B-18A7814B2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105</a:t>
            </a:fld>
            <a:endParaRPr lang="en-US" dirty="0"/>
          </a:p>
        </p:txBody>
      </p:sp>
      <p:pic>
        <p:nvPicPr>
          <p:cNvPr id="36" name="Picture 35" descr="A diagram of lines and a graph&#10;&#10;AI-generated content may be incorrect.">
            <a:extLst>
              <a:ext uri="{FF2B5EF4-FFF2-40B4-BE49-F238E27FC236}">
                <a16:creationId xmlns:a16="http://schemas.microsoft.com/office/drawing/2014/main" id="{C5F3798C-4933-0A21-95D3-6271719C9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603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0237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5A7EF-6767-B680-893C-0F642D968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D974D-C094-6DDF-4152-57F4E80AD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A9DB8-37E0-006E-0051-9E6CFDDB4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106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39336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2C126-6195-9C23-B723-D33AA5C2F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Publication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91BE7-F325-BE69-FF37-F1EFE502C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1. Eric Warnemunde Vertina, Emily Sutherland, Sajal Chakroborty, N. Aaron Deskins, and Oren Mangoubi. Deep Learning for High-Throughput </a:t>
            </a:r>
            <a:r>
              <a:rPr lang="en-US" dirty="0" err="1"/>
              <a:t>MXene</a:t>
            </a:r>
            <a:r>
              <a:rPr lang="en-US" dirty="0"/>
              <a:t> Property Prediction. IEEE NAP 2025. (Manuscript submitted 6/15/25, abstract has been accepted for presentation).</a:t>
            </a:r>
          </a:p>
          <a:p>
            <a:pPr marL="0" indent="0">
              <a:buNone/>
            </a:pPr>
            <a:r>
              <a:rPr lang="en-US" dirty="0"/>
              <a:t>2. Eric Warnemunde Vertina, Sajal Chakroborty, Emily Sutherland, N. Aaron Deskins, and Oren Mangoubi. </a:t>
            </a:r>
            <a:r>
              <a:rPr lang="en-US" dirty="0" err="1"/>
              <a:t>MXene</a:t>
            </a:r>
            <a:r>
              <a:rPr lang="en-US" dirty="0"/>
              <a:t> Material Property Prediction via Transfer Learning with Graph Neural Networks. IEEE ICAD 2025. (Accepted for publication).</a:t>
            </a:r>
          </a:p>
          <a:p>
            <a:pPr marL="0" indent="0">
              <a:buNone/>
            </a:pPr>
            <a:r>
              <a:rPr lang="en-US" dirty="0"/>
              <a:t>3. Eric Warnemunde Vertina, Emily Sutherland, N. Aaron Deskins, and Oren Mangoubi. “</a:t>
            </a:r>
            <a:r>
              <a:rPr lang="en-US" dirty="0" err="1"/>
              <a:t>MXene</a:t>
            </a:r>
            <a:r>
              <a:rPr lang="en-US" dirty="0"/>
              <a:t> Property Prediction via Graph Contrastive Learning.” IEEE NAP 2024.</a:t>
            </a:r>
          </a:p>
          <a:p>
            <a:pPr marL="0" indent="0">
              <a:buNone/>
            </a:pPr>
            <a:r>
              <a:rPr lang="en-US" dirty="0"/>
              <a:t>4. Eric Warnemunde Vertina, Emily Sutherland, N. Aaron Deskins, and Oren Mangoubi. “Predicting </a:t>
            </a:r>
            <a:r>
              <a:rPr lang="en-US" dirty="0" err="1"/>
              <a:t>MXene</a:t>
            </a:r>
            <a:r>
              <a:rPr lang="en-US" dirty="0"/>
              <a:t> Properties via Machine Learning.” In Proceedings of the 2022 International Conference on Machine Learning and Applications (ICMLA).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06BC5-31DD-F6C2-97EA-D1BCA2F5A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107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3896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D2853-2797-FBA0-4D8C-15822D19B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DEC7C-3300-106B-DCE7-A363AEDAE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 would like to thank:</a:t>
            </a:r>
          </a:p>
          <a:p>
            <a:pPr lvl="1"/>
            <a:r>
              <a:rPr lang="en-US" dirty="0"/>
              <a:t>Professor Oren Mangoubi, my advisor</a:t>
            </a:r>
          </a:p>
          <a:p>
            <a:pPr lvl="1"/>
            <a:r>
              <a:rPr lang="en-US" dirty="0"/>
              <a:t>My dissertation committee</a:t>
            </a:r>
          </a:p>
          <a:p>
            <a:pPr lvl="1"/>
            <a:r>
              <a:rPr lang="en-US" dirty="0"/>
              <a:t>Dr. Emily Sutherland, former WPI Physics PhD student</a:t>
            </a:r>
          </a:p>
          <a:p>
            <a:pPr lvl="1"/>
            <a:r>
              <a:rPr lang="en-US" dirty="0"/>
              <a:t>Dr. Sajal Chakroborty, WPI Post-Doctoral Scholar</a:t>
            </a:r>
          </a:p>
          <a:p>
            <a:pPr lvl="1"/>
            <a:r>
              <a:rPr lang="en-US" dirty="0"/>
              <a:t>Dr. Alex Moore, former WPI DS PhD student</a:t>
            </a:r>
          </a:p>
          <a:p>
            <a:pPr lvl="1"/>
            <a:r>
              <a:rPr lang="en-US" dirty="0"/>
              <a:t>Professor Elke </a:t>
            </a:r>
            <a:r>
              <a:rPr lang="en-US" dirty="0" err="1"/>
              <a:t>Rundensteiner</a:t>
            </a:r>
            <a:r>
              <a:rPr lang="en-US" dirty="0"/>
              <a:t>, CEDAR project director</a:t>
            </a:r>
          </a:p>
          <a:p>
            <a:pPr lvl="1"/>
            <a:r>
              <a:rPr lang="en-US" dirty="0"/>
              <a:t>Professor Randy </a:t>
            </a:r>
            <a:r>
              <a:rPr lang="en-US" dirty="0" err="1"/>
              <a:t>Paffenroth</a:t>
            </a:r>
            <a:r>
              <a:rPr lang="en-US" dirty="0"/>
              <a:t>, WPI Data Science</a:t>
            </a:r>
          </a:p>
          <a:p>
            <a:pPr lvl="1"/>
            <a:r>
              <a:rPr lang="en-US" dirty="0"/>
              <a:t>Professor Lyubov Titova, WPI Physics</a:t>
            </a:r>
          </a:p>
          <a:p>
            <a:r>
              <a:rPr lang="en-US" dirty="0"/>
              <a:t>This research was supported in part by the NSF under grant NRT-HDR-2021871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7FD71-8331-F6D5-0F47-255F8A8E1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108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222A60-623D-8304-1367-3A4EF915DF3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13" b="-1"/>
          <a:stretch/>
        </p:blipFill>
        <p:spPr>
          <a:xfrm>
            <a:off x="927362" y="5814632"/>
            <a:ext cx="4906060" cy="9848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35E473-94CD-2683-C483-CA3CB4CBD1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911" y="5275521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3413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619434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4DF05-341F-A532-CB14-803626E5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995C5-736D-224E-9C77-196CD1B8C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[1] Mohammad </a:t>
            </a:r>
            <a:r>
              <a:rPr lang="en-US" dirty="0" err="1"/>
              <a:t>Khazaei</a:t>
            </a:r>
            <a:r>
              <a:rPr lang="en-US" dirty="0"/>
              <a:t>, Masao Arai, </a:t>
            </a:r>
            <a:r>
              <a:rPr lang="en-US" dirty="0" err="1"/>
              <a:t>Taizo</a:t>
            </a:r>
            <a:r>
              <a:rPr lang="en-US" dirty="0"/>
              <a:t> Sasaki, Chan-</a:t>
            </a:r>
            <a:r>
              <a:rPr lang="en-US" dirty="0" err="1"/>
              <a:t>Yeup</a:t>
            </a:r>
            <a:r>
              <a:rPr lang="en-US" dirty="0"/>
              <a:t> Chung, Natarajan S. </a:t>
            </a:r>
            <a:r>
              <a:rPr lang="en-US" dirty="0" err="1"/>
              <a:t>Venkataramanan</a:t>
            </a:r>
            <a:r>
              <a:rPr lang="en-US" dirty="0"/>
              <a:t>, Mehdi </a:t>
            </a:r>
            <a:r>
              <a:rPr lang="en-US" dirty="0" err="1"/>
              <a:t>Estili</a:t>
            </a:r>
            <a:r>
              <a:rPr lang="en-US" dirty="0"/>
              <a:t>, Yoshio </a:t>
            </a:r>
            <a:r>
              <a:rPr lang="en-US" dirty="0" err="1"/>
              <a:t>Sakka</a:t>
            </a:r>
            <a:r>
              <a:rPr lang="en-US" dirty="0"/>
              <a:t>, Yoshiyuki Kawazoe. “Novel Electronic and Magnetic Properties of Two-Dimensional Transition Metal Carbides and Nitrides.” </a:t>
            </a:r>
            <a:r>
              <a:rPr lang="nl-NL" i="1" dirty="0"/>
              <a:t>Adv. Funct. Mater.</a:t>
            </a:r>
            <a:r>
              <a:rPr lang="nl-NL" dirty="0"/>
              <a:t> 2013, 23, 2185–2192.</a:t>
            </a:r>
          </a:p>
          <a:p>
            <a:pPr marL="0" indent="0">
              <a:buNone/>
            </a:pPr>
            <a:r>
              <a:rPr lang="en-US" dirty="0"/>
              <a:t>[2] Yury </a:t>
            </a:r>
            <a:r>
              <a:rPr lang="en-US" dirty="0" err="1"/>
              <a:t>Gogotsi</a:t>
            </a:r>
            <a:r>
              <a:rPr lang="en-US" dirty="0"/>
              <a:t> and Qing Huang. "</a:t>
            </a:r>
            <a:r>
              <a:rPr lang="en-US" dirty="0" err="1"/>
              <a:t>MXenes</a:t>
            </a:r>
            <a:r>
              <a:rPr lang="en-US" dirty="0"/>
              <a:t>: Two-Dimensional Building Blocks for Future Materials and Devices." </a:t>
            </a:r>
            <a:r>
              <a:rPr lang="en-US" i="1" dirty="0"/>
              <a:t>ACS Nano </a:t>
            </a:r>
            <a:r>
              <a:rPr lang="en-US" dirty="0"/>
              <a:t>2021, 15, 5775-5780.</a:t>
            </a:r>
          </a:p>
          <a:p>
            <a:pPr marL="0" indent="0">
              <a:buNone/>
            </a:pPr>
            <a:r>
              <a:rPr lang="en-US" dirty="0"/>
              <a:t>[3] Sutherland and N. A. Deskins. unpublished.</a:t>
            </a:r>
          </a:p>
          <a:p>
            <a:pPr marL="0" indent="0">
              <a:buNone/>
            </a:pPr>
            <a:r>
              <a:rPr lang="en-US" dirty="0"/>
              <a:t>[4] Kamal Choudhary and Brian </a:t>
            </a:r>
            <a:r>
              <a:rPr lang="en-US" dirty="0" err="1"/>
              <a:t>DeCost</a:t>
            </a:r>
            <a:r>
              <a:rPr lang="en-US" dirty="0"/>
              <a:t>. Atomistic line graph neural network for improved materials property predictions. </a:t>
            </a:r>
            <a:r>
              <a:rPr lang="en-US" dirty="0" err="1"/>
              <a:t>Npj</a:t>
            </a:r>
            <a:r>
              <a:rPr lang="en-US" dirty="0"/>
              <a:t> Computational Materials, 7(1), November 2021.</a:t>
            </a:r>
          </a:p>
          <a:p>
            <a:pPr marL="0" indent="0">
              <a:buNone/>
            </a:pPr>
            <a:r>
              <a:rPr lang="en-US" dirty="0"/>
              <a:t>[5] </a:t>
            </a:r>
            <a:r>
              <a:rPr lang="en-US" dirty="0" err="1"/>
              <a:t>Vishu</a:t>
            </a:r>
            <a:r>
              <a:rPr lang="en-US" dirty="0"/>
              <a:t> Gupta, Kamal Choudhary, Brian </a:t>
            </a:r>
            <a:r>
              <a:rPr lang="en-US" dirty="0" err="1"/>
              <a:t>DeCost</a:t>
            </a:r>
            <a:r>
              <a:rPr lang="en-US" dirty="0"/>
              <a:t>, Francesca </a:t>
            </a:r>
            <a:r>
              <a:rPr lang="en-US" dirty="0" err="1"/>
              <a:t>Tavazza</a:t>
            </a:r>
            <a:r>
              <a:rPr lang="en-US" dirty="0"/>
              <a:t>, </a:t>
            </a:r>
            <a:r>
              <a:rPr lang="en-US" dirty="0" err="1"/>
              <a:t>Carelyn</a:t>
            </a:r>
            <a:r>
              <a:rPr lang="en-US" dirty="0"/>
              <a:t> Campbell, Wei-</a:t>
            </a:r>
            <a:r>
              <a:rPr lang="en-US" dirty="0" err="1"/>
              <a:t>keng</a:t>
            </a:r>
            <a:r>
              <a:rPr lang="en-US" dirty="0"/>
              <a:t> Liao, Alok Choudhary, and Ankit Agrawal. Structure-aware graph neural network based deep transfer learning framework for enhanced predictive analytics on diverse materials datasets. </a:t>
            </a:r>
            <a:r>
              <a:rPr lang="en-US" dirty="0" err="1"/>
              <a:t>npj</a:t>
            </a:r>
            <a:r>
              <a:rPr lang="en-US" dirty="0"/>
              <a:t> Computational Materials, 10(1):1, 2024.</a:t>
            </a:r>
          </a:p>
          <a:p>
            <a:pPr marL="0" indent="0">
              <a:buNone/>
            </a:pPr>
            <a:r>
              <a:rPr lang="en-US" dirty="0"/>
              <a:t>[6] B. </a:t>
            </a:r>
            <a:r>
              <a:rPr lang="en-US" dirty="0" err="1"/>
              <a:t>Anasori</a:t>
            </a:r>
            <a:r>
              <a:rPr lang="en-US" dirty="0"/>
              <a:t> and Y. </a:t>
            </a:r>
            <a:r>
              <a:rPr lang="en-US" dirty="0" err="1"/>
              <a:t>Gogotsi</a:t>
            </a:r>
            <a:r>
              <a:rPr lang="en-US" dirty="0"/>
              <a:t>. 2D Metal Carbides and Nitrides (</a:t>
            </a:r>
            <a:r>
              <a:rPr lang="en-US" dirty="0" err="1"/>
              <a:t>MXenes</a:t>
            </a:r>
            <a:r>
              <a:rPr lang="en-US" dirty="0"/>
              <a:t>) Structure, Properties and Applications. Springer, 06 2019.</a:t>
            </a:r>
          </a:p>
          <a:p>
            <a:pPr marL="0" indent="0">
              <a:buNone/>
            </a:pPr>
            <a:r>
              <a:rPr lang="en-US" dirty="0"/>
              <a:t>[7] </a:t>
            </a:r>
            <a:r>
              <a:rPr lang="en-US" dirty="0">
                <a:effectLst/>
                <a:latin typeface="Arial" panose="020B0604020202020204" pitchFamily="34" charset="0"/>
              </a:rPr>
              <a:t>E. Vertina, N. A. Deskins, E. Sutherland, and O. Mangoubi. Predicting </a:t>
            </a:r>
            <a:r>
              <a:rPr lang="en-US" dirty="0" err="1">
                <a:effectLst/>
                <a:latin typeface="Arial" panose="020B0604020202020204" pitchFamily="34" charset="0"/>
              </a:rPr>
              <a:t>MXene</a:t>
            </a:r>
            <a:r>
              <a:rPr lang="en-US" dirty="0">
                <a:effectLst/>
                <a:latin typeface="Arial" panose="020B0604020202020204" pitchFamily="34" charset="0"/>
              </a:rPr>
              <a:t> properties via machine learning. pages 1573–1578. ICMLA, 2022.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[8] Yu Xie and P. R. C. Kent. “Hybrid density functional study of structural and electronic properties of functionalized Tin+1 X n (X = C, N) monolayers.” PHYSICAL REVIEW B 87, 235441 (2013).</a:t>
            </a:r>
          </a:p>
          <a:p>
            <a:pPr marL="0" indent="0">
              <a:buNone/>
            </a:pPr>
            <a:r>
              <a:rPr lang="en-US" dirty="0"/>
              <a:t>[9] P. Reiser et al. Graph neural networks for materials science and chemistry, 2022.</a:t>
            </a:r>
          </a:p>
          <a:p>
            <a:pPr marL="0" indent="0">
              <a:buNone/>
            </a:pPr>
            <a:r>
              <a:rPr lang="en-US" dirty="0"/>
              <a:t>[10] Y. Zhu, Y. Xu, Q. Liu, and S. Wu. An empirical study of graph contrastive learning, 2021.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39A65-9E32-3349-675D-160D83794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99979"/>
            <a:fld id="{963B0023-0CED-47F7-85AE-654F0B232C29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  <a:latin typeface="Verdana"/>
                <a:ea typeface="+mn-ea"/>
              </a:rPr>
              <a:pPr defTabSz="599979"/>
              <a:t>110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7461736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463FC-D17A-4B59-3994-5A04BD96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ABB1A-74A3-097B-127F-678035FED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/>
              <a:t>[11] H. Bing, O. A. von </a:t>
            </a:r>
            <a:r>
              <a:rPr lang="en-US" dirty="0" err="1"/>
              <a:t>Lillenfeld</a:t>
            </a:r>
            <a:r>
              <a:rPr lang="en-US" dirty="0"/>
              <a:t>, and D. </a:t>
            </a:r>
            <a:r>
              <a:rPr lang="en-US" dirty="0" err="1"/>
              <a:t>Bakowies</a:t>
            </a:r>
            <a:r>
              <a:rPr lang="en-US" dirty="0"/>
              <a:t>. personal communication. 2017.</a:t>
            </a:r>
          </a:p>
          <a:p>
            <a:pPr marL="0" indent="0">
              <a:buNone/>
            </a:pPr>
            <a:r>
              <a:rPr lang="en-US" dirty="0"/>
              <a:t>[13] A. Rajan et al. Machine-learning-assisted accurate band gap predictions of functionalized </a:t>
            </a:r>
            <a:r>
              <a:rPr lang="en-US" dirty="0" err="1"/>
              <a:t>MXene</a:t>
            </a:r>
            <a:r>
              <a:rPr lang="en-US" dirty="0"/>
              <a:t>. Chemistry of Materials, 30(12):4031–4038, 2018.</a:t>
            </a:r>
          </a:p>
          <a:p>
            <a:pPr marL="0" indent="0">
              <a:buNone/>
            </a:pPr>
            <a:r>
              <a:rPr lang="en-US" dirty="0"/>
              <a:t>[17] </a:t>
            </a:r>
            <a:r>
              <a:rPr lang="en-US" dirty="0" err="1"/>
              <a:t>Yanqiao</a:t>
            </a:r>
            <a:r>
              <a:rPr lang="en-US" dirty="0"/>
              <a:t> Zhu, Yichen Xu, Feng Yu, </a:t>
            </a:r>
            <a:r>
              <a:rPr lang="en-US" dirty="0" err="1"/>
              <a:t>Qiang</a:t>
            </a:r>
            <a:r>
              <a:rPr lang="en-US" dirty="0"/>
              <a:t> Liu, Shu Wu, and Liang Wang. Graph contrastive learning with adaptive augmentation. In WWW, pages 2069–2080, 2021.</a:t>
            </a:r>
          </a:p>
          <a:p>
            <a:pPr marL="0" indent="0">
              <a:buNone/>
            </a:pPr>
            <a:r>
              <a:rPr lang="en-US" dirty="0"/>
              <a:t>[18] </a:t>
            </a:r>
            <a:r>
              <a:rPr lang="en-US" dirty="0" err="1"/>
              <a:t>Nian</a:t>
            </a:r>
            <a:r>
              <a:rPr lang="en-US" dirty="0"/>
              <a:t> Liu, Xiao Wang, </a:t>
            </a:r>
            <a:r>
              <a:rPr lang="en-US" dirty="0" err="1"/>
              <a:t>Deyu</a:t>
            </a:r>
            <a:r>
              <a:rPr lang="en-US" dirty="0"/>
              <a:t> Bo, Chuan Shi, and Jian Pei. Revisiting Graph Contrastive Learning from the Perspective of Graph Spectrum. </a:t>
            </a:r>
            <a:r>
              <a:rPr lang="en-US" dirty="0" err="1"/>
              <a:t>NeurIPS</a:t>
            </a:r>
            <a:r>
              <a:rPr lang="en-US" dirty="0"/>
              <a:t> 2022.</a:t>
            </a:r>
          </a:p>
          <a:p>
            <a:pPr marL="0" indent="0">
              <a:buNone/>
            </a:pPr>
            <a:r>
              <a:rPr lang="en-US" dirty="0"/>
              <a:t>[19] Adrien Bardes, Jean Ponce, and Yann LeCun. </a:t>
            </a:r>
            <a:r>
              <a:rPr lang="en-US" dirty="0" err="1"/>
              <a:t>VICReg</a:t>
            </a:r>
            <a:r>
              <a:rPr lang="en-US" dirty="0"/>
              <a:t>: Variance-invariance-covariance regularization for self-supervised learning. </a:t>
            </a:r>
            <a:r>
              <a:rPr lang="en-US" dirty="0" err="1"/>
              <a:t>arXiv</a:t>
            </a:r>
            <a:r>
              <a:rPr lang="en-US" dirty="0"/>
              <a:t> preprint arXiv:2105.04906 (2021).</a:t>
            </a:r>
          </a:p>
          <a:p>
            <a:pPr marL="0" indent="0">
              <a:buNone/>
            </a:pPr>
            <a:r>
              <a:rPr lang="en-US" dirty="0"/>
              <a:t>[20] Sherry Yang, </a:t>
            </a:r>
            <a:r>
              <a:rPr lang="en-US" dirty="0" err="1"/>
              <a:t>KwangHwan</a:t>
            </a:r>
            <a:r>
              <a:rPr lang="en-US" dirty="0"/>
              <a:t> Cho, Amil Merchant, Pieter </a:t>
            </a:r>
            <a:r>
              <a:rPr lang="en-US" dirty="0" err="1"/>
              <a:t>Abbeel</a:t>
            </a:r>
            <a:r>
              <a:rPr lang="en-US" dirty="0"/>
              <a:t>, Dale Schuurmans, Igor </a:t>
            </a:r>
            <a:r>
              <a:rPr lang="en-US" dirty="0" err="1"/>
              <a:t>Mordatch</a:t>
            </a:r>
            <a:r>
              <a:rPr lang="en-US" dirty="0"/>
              <a:t>, and </a:t>
            </a:r>
            <a:r>
              <a:rPr lang="en-US" dirty="0" err="1"/>
              <a:t>Ekin</a:t>
            </a:r>
            <a:r>
              <a:rPr lang="en-US" dirty="0"/>
              <a:t> </a:t>
            </a:r>
            <a:r>
              <a:rPr lang="en-US" dirty="0" err="1"/>
              <a:t>Dogus</a:t>
            </a:r>
            <a:r>
              <a:rPr lang="en-US" dirty="0"/>
              <a:t> </a:t>
            </a:r>
            <a:r>
              <a:rPr lang="en-US" dirty="0" err="1"/>
              <a:t>Cubuk</a:t>
            </a:r>
            <a:r>
              <a:rPr lang="en-US" dirty="0"/>
              <a:t>. Scalable diffusion for materials generation, 2024.</a:t>
            </a:r>
          </a:p>
          <a:p>
            <a:pPr marL="0" indent="0">
              <a:buNone/>
            </a:pPr>
            <a:r>
              <a:rPr lang="en-US" dirty="0"/>
              <a:t>[21] Michael </a:t>
            </a:r>
            <a:r>
              <a:rPr lang="en-US" dirty="0" err="1"/>
              <a:t>Alverson</a:t>
            </a:r>
            <a:r>
              <a:rPr lang="en-US" dirty="0"/>
              <a:t>, Sterling G. Baird, Ryan Murdock, (Enoch) Sin-Hang Ho, Jeremy Johnson, and Taylor D. Sparks. Generative adversarial networks and diffusion models in material discovery. Digital Discovery, 3:62–80, 2024.</a:t>
            </a:r>
          </a:p>
          <a:p>
            <a:pPr marL="0" indent="0">
              <a:buNone/>
            </a:pPr>
            <a:r>
              <a:rPr lang="en-US" dirty="0"/>
              <a:t>[22] Yuval Elbaz, David Furman, and </a:t>
            </a:r>
            <a:r>
              <a:rPr lang="en-US" dirty="0" err="1"/>
              <a:t>Maytal</a:t>
            </a:r>
            <a:r>
              <a:rPr lang="en-US" dirty="0"/>
              <a:t> Caspary </a:t>
            </a:r>
            <a:r>
              <a:rPr lang="en-US" dirty="0" err="1"/>
              <a:t>Toroker</a:t>
            </a:r>
            <a:r>
              <a:rPr lang="en-US" dirty="0"/>
              <a:t>. Modeling diffusion in functional materials: From density functional theory to artificial intelligence. Advanced Functional Materials, 30(18):1900778, 2020.</a:t>
            </a:r>
          </a:p>
          <a:p>
            <a:pPr marL="0" indent="0">
              <a:buNone/>
            </a:pPr>
            <a:r>
              <a:rPr lang="en-US" dirty="0"/>
              <a:t>[30] Hironao Yamada, Chang Liu, Stephen Wu, Yukinori Koyama, </a:t>
            </a:r>
            <a:r>
              <a:rPr lang="en-US" dirty="0" err="1"/>
              <a:t>Shenghong</a:t>
            </a:r>
            <a:r>
              <a:rPr lang="en-US" dirty="0"/>
              <a:t> Ju, Junichiro </a:t>
            </a:r>
            <a:r>
              <a:rPr lang="en-US" dirty="0" err="1"/>
              <a:t>Shiomi</a:t>
            </a:r>
            <a:r>
              <a:rPr lang="en-US" dirty="0"/>
              <a:t>, Junko Morikawa, and Ryo Yoshida. Predicting materials properties with little data using shotgun transfer learning. ACS Central Science, 5(10):1717–1730, 2019. PMID: 31660440.</a:t>
            </a:r>
          </a:p>
          <a:p>
            <a:pPr marL="0" indent="0">
              <a:buNone/>
            </a:pPr>
            <a:r>
              <a:rPr lang="en-US" dirty="0"/>
              <a:t>[31] I. Goodfellow, Y. Bengio, and A. Courville. Deep Learning. MIT Press, 2016.                     http: //www.deeplearningbook.org.</a:t>
            </a:r>
          </a:p>
          <a:p>
            <a:pPr marL="0" indent="0">
              <a:buNone/>
            </a:pPr>
            <a:r>
              <a:rPr lang="en-US" dirty="0"/>
              <a:t>[35] S. </a:t>
            </a:r>
            <a:r>
              <a:rPr lang="en-US" dirty="0" err="1"/>
              <a:t>Haastrup</a:t>
            </a:r>
            <a:r>
              <a:rPr lang="en-US" dirty="0"/>
              <a:t> et al. The Computational 2D Materials Database: high-throughput modeling and discovery of atomically thin crystals. 2D Materials, 5(4), 09 2018.</a:t>
            </a:r>
          </a:p>
          <a:p>
            <a:pPr marL="0" indent="0">
              <a:buNone/>
            </a:pPr>
            <a:r>
              <a:rPr lang="en-US" dirty="0"/>
              <a:t>[36] M. N. </a:t>
            </a:r>
            <a:r>
              <a:rPr lang="en-US" dirty="0" err="1"/>
              <a:t>Gjerding</a:t>
            </a:r>
            <a:r>
              <a:rPr lang="en-US" dirty="0"/>
              <a:t> et al. Recent progress of the Computational 2D Materials Database(C2DB). 2D Materials, 8(4), 09 2018.</a:t>
            </a:r>
          </a:p>
          <a:p>
            <a:pPr marL="0" indent="0">
              <a:buNone/>
            </a:pPr>
            <a:r>
              <a:rPr lang="en-US" dirty="0"/>
              <a:t>[38] A. Jain et al. Commentary: The Materials Project: A materials genome approach to accelerating materials innovation. APL Materials, 1(1):011002, 07 2013.</a:t>
            </a:r>
          </a:p>
          <a:p>
            <a:pPr marL="0" indent="0">
              <a:buNone/>
            </a:pPr>
            <a:r>
              <a:rPr lang="en-US" dirty="0"/>
              <a:t>[39] Xing-Hao Cui, Xiao-Hong Li, Xiu-Juan Jin, Rui-Zhou Zhang, Hong-Ling Cui, and Hai-Tao Yan. First-principles study on the effect of atomic swap on the electronic properties and quantum capacitance of sc2cf2 monolayer. Vacuum, 204:111371, 2022.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9AE4C-4409-EE4C-D61E-97F879C34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48540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53420-DF18-D92D-0AFE-1F911CA38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8384B-B6E9-A427-1077-B875BCB08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[40] Xing-Hao Cui, Xiao-Hong Li, Rui-Zhou Zhang, Hong-Ling Cui, and Hai-Tao Yan. Theoretical insight into the electronic, optical, and photocatalytic properties and </a:t>
            </a:r>
            <a:r>
              <a:rPr lang="pt-BR" dirty="0"/>
              <a:t>quantum </a:t>
            </a:r>
            <a:r>
              <a:rPr lang="pt-BR" dirty="0" err="1"/>
              <a:t>capacitance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sc2ct2 (t = f, p, cl, se, </a:t>
            </a:r>
            <a:r>
              <a:rPr lang="pt-BR" dirty="0" err="1"/>
              <a:t>br</a:t>
            </a:r>
            <a:r>
              <a:rPr lang="pt-BR" dirty="0"/>
              <a:t>, o, si, s, oh) </a:t>
            </a:r>
            <a:r>
              <a:rPr lang="pt-BR" dirty="0" err="1"/>
              <a:t>mxenes</a:t>
            </a:r>
            <a:r>
              <a:rPr lang="pt-BR" dirty="0"/>
              <a:t>. </a:t>
            </a:r>
            <a:r>
              <a:rPr lang="pt-BR" dirty="0" err="1"/>
              <a:t>Vacuum</a:t>
            </a:r>
            <a:r>
              <a:rPr lang="pt-BR" dirty="0"/>
              <a:t>, 207:111615, 2023.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[41] M. </a:t>
            </a:r>
            <a:r>
              <a:rPr lang="en-US" dirty="0" err="1"/>
              <a:t>Faraji</a:t>
            </a:r>
            <a:r>
              <a:rPr lang="en-US" dirty="0"/>
              <a:t>, A. </a:t>
            </a:r>
            <a:r>
              <a:rPr lang="en-US" dirty="0" err="1"/>
              <a:t>Bafekry</a:t>
            </a:r>
            <a:r>
              <a:rPr lang="en-US" dirty="0"/>
              <a:t>, M. M. </a:t>
            </a:r>
            <a:r>
              <a:rPr lang="en-US" dirty="0" err="1"/>
              <a:t>Fadlallah</a:t>
            </a:r>
            <a:r>
              <a:rPr lang="en-US" dirty="0"/>
              <a:t>, F. </a:t>
            </a:r>
            <a:r>
              <a:rPr lang="en-US" dirty="0" err="1"/>
              <a:t>Molaei</a:t>
            </a:r>
            <a:r>
              <a:rPr lang="en-US" dirty="0"/>
              <a:t>, N. N. Hieu, P. Qian, M. </a:t>
            </a:r>
            <a:r>
              <a:rPr lang="en-US" dirty="0" err="1"/>
              <a:t>Ghergherehchi</a:t>
            </a:r>
            <a:r>
              <a:rPr lang="en-US" dirty="0"/>
              <a:t>, and D. </a:t>
            </a:r>
            <a:r>
              <a:rPr lang="en-US" dirty="0" err="1"/>
              <a:t>Gogova</a:t>
            </a:r>
            <a:r>
              <a:rPr lang="en-US" dirty="0"/>
              <a:t>. Surface modification of titanium carbide </a:t>
            </a:r>
            <a:r>
              <a:rPr lang="en-US" dirty="0" err="1"/>
              <a:t>mxene</a:t>
            </a:r>
            <a:r>
              <a:rPr lang="en-US" dirty="0"/>
              <a:t> monolayers (ti2c and ti3c2) via chalcogenide and halogenide atoms. Phys. Chem. Chem. Phys., 23:15319–15328, 2021.</a:t>
            </a:r>
          </a:p>
          <a:p>
            <a:pPr marL="0" indent="0">
              <a:buNone/>
            </a:pPr>
            <a:r>
              <a:rPr lang="en-US" dirty="0"/>
              <a:t>[42] Mohammad </a:t>
            </a:r>
            <a:r>
              <a:rPr lang="en-US" dirty="0" err="1"/>
              <a:t>Khazaei</a:t>
            </a:r>
            <a:r>
              <a:rPr lang="en-US" dirty="0"/>
              <a:t>, Masao Arai, </a:t>
            </a:r>
            <a:r>
              <a:rPr lang="en-US" dirty="0" err="1"/>
              <a:t>Taizo</a:t>
            </a:r>
            <a:r>
              <a:rPr lang="en-US" dirty="0"/>
              <a:t> Sasaki, Chan-</a:t>
            </a:r>
            <a:r>
              <a:rPr lang="en-US" dirty="0" err="1"/>
              <a:t>Yeup</a:t>
            </a:r>
            <a:r>
              <a:rPr lang="en-US" dirty="0"/>
              <a:t> Chung, </a:t>
            </a:r>
            <a:r>
              <a:rPr lang="en-US" dirty="0" err="1"/>
              <a:t>Venkataramanan</a:t>
            </a:r>
            <a:r>
              <a:rPr lang="en-US" dirty="0"/>
              <a:t> Natarajan </a:t>
            </a:r>
            <a:r>
              <a:rPr lang="en-US" dirty="0" err="1"/>
              <a:t>Sathiyamoorthy</a:t>
            </a:r>
            <a:r>
              <a:rPr lang="en-US" dirty="0"/>
              <a:t>, Mehdi </a:t>
            </a:r>
            <a:r>
              <a:rPr lang="en-US" dirty="0" err="1"/>
              <a:t>Estili</a:t>
            </a:r>
            <a:r>
              <a:rPr lang="en-US" dirty="0"/>
              <a:t>, Yoshio </a:t>
            </a:r>
            <a:r>
              <a:rPr lang="en-US" dirty="0" err="1"/>
              <a:t>Sakka</a:t>
            </a:r>
            <a:r>
              <a:rPr lang="en-US" dirty="0"/>
              <a:t>, and Yoshiyuki Kawazoe. Novel electronic and magnetic properties of two-dimensional transition metal carbides and nitrides. Advanced Functional Materials, 23:2185–2192, 05 2013.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9CD28-5F09-0B71-58C1-BE20755DD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37682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4B90C-1D12-5675-1E46-9119D8E6E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DE7FA-A9E6-7716-4817-829C35E5E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[43] J. E. Saal, S. </a:t>
            </a:r>
            <a:r>
              <a:rPr lang="en-US" dirty="0" err="1"/>
              <a:t>Kirklin</a:t>
            </a:r>
            <a:r>
              <a:rPr lang="en-US" dirty="0"/>
              <a:t>, M. </a:t>
            </a:r>
            <a:r>
              <a:rPr lang="en-US" dirty="0" err="1"/>
              <a:t>Aykol</a:t>
            </a:r>
            <a:r>
              <a:rPr lang="en-US" dirty="0"/>
              <a:t>, B. </a:t>
            </a:r>
            <a:r>
              <a:rPr lang="en-US" dirty="0" err="1"/>
              <a:t>Meredig</a:t>
            </a:r>
            <a:r>
              <a:rPr lang="en-US" dirty="0"/>
              <a:t>, and C. Wolverton. Materials design and discovery with high-throughput density functional theory: The open quantum materials database (</a:t>
            </a:r>
            <a:r>
              <a:rPr lang="en-US" dirty="0" err="1"/>
              <a:t>oqmd</a:t>
            </a:r>
            <a:r>
              <a:rPr lang="en-US" dirty="0"/>
              <a:t>). JOM, 65(11):1501–1509, November 2013. </a:t>
            </a:r>
          </a:p>
          <a:p>
            <a:pPr marL="0" indent="0">
              <a:buNone/>
            </a:pPr>
            <a:r>
              <a:rPr lang="en-US" dirty="0"/>
              <a:t>[44] S. </a:t>
            </a:r>
            <a:r>
              <a:rPr lang="en-US" dirty="0" err="1"/>
              <a:t>Kirklin</a:t>
            </a:r>
            <a:r>
              <a:rPr lang="en-US" dirty="0"/>
              <a:t>, J. E. Saal, B. </a:t>
            </a:r>
            <a:r>
              <a:rPr lang="en-US" dirty="0" err="1"/>
              <a:t>Meredig</a:t>
            </a:r>
            <a:r>
              <a:rPr lang="en-US" dirty="0"/>
              <a:t>, A. Thompson, J. W. </a:t>
            </a:r>
            <a:r>
              <a:rPr lang="en-US" dirty="0" err="1"/>
              <a:t>Doak</a:t>
            </a:r>
            <a:r>
              <a:rPr lang="en-US" dirty="0"/>
              <a:t>, M. </a:t>
            </a:r>
            <a:r>
              <a:rPr lang="en-US" dirty="0" err="1"/>
              <a:t>Aykol</a:t>
            </a:r>
            <a:r>
              <a:rPr lang="en-US" dirty="0"/>
              <a:t>, S. </a:t>
            </a:r>
            <a:r>
              <a:rPr lang="en-US" dirty="0" err="1"/>
              <a:t>R¨uhl</a:t>
            </a:r>
            <a:r>
              <a:rPr lang="en-US" dirty="0"/>
              <a:t>, and C. Wolverton. The open quantum materials database (</a:t>
            </a:r>
            <a:r>
              <a:rPr lang="en-US" dirty="0" err="1"/>
              <a:t>oqmd</a:t>
            </a:r>
            <a:r>
              <a:rPr lang="en-US" dirty="0"/>
              <a:t>): Assessing the accuracy of </a:t>
            </a:r>
            <a:r>
              <a:rPr lang="en-US" dirty="0" err="1"/>
              <a:t>dft</a:t>
            </a:r>
            <a:r>
              <a:rPr lang="en-US" dirty="0"/>
              <a:t> formation energies. </a:t>
            </a:r>
            <a:r>
              <a:rPr lang="en-US" dirty="0" err="1"/>
              <a:t>npj</a:t>
            </a:r>
            <a:r>
              <a:rPr lang="en-US" dirty="0"/>
              <a:t> Computational Materials, 1, December 2015. Publisher Copyright: © 2015 Shanghai Institute of Ceramics, Chinese Academy of Sciences/Macmillan Publishers Limited.</a:t>
            </a:r>
          </a:p>
          <a:p>
            <a:pPr marL="0" indent="0">
              <a:buNone/>
            </a:pPr>
            <a:r>
              <a:rPr lang="en-US" dirty="0"/>
              <a:t>[45] Mohammad </a:t>
            </a:r>
            <a:r>
              <a:rPr lang="en-US" dirty="0" err="1"/>
              <a:t>Khazaei</a:t>
            </a:r>
            <a:r>
              <a:rPr lang="en-US" dirty="0"/>
              <a:t>, Ahmad </a:t>
            </a:r>
            <a:r>
              <a:rPr lang="en-US" dirty="0" err="1"/>
              <a:t>Ranjbar</a:t>
            </a:r>
            <a:r>
              <a:rPr lang="en-US" dirty="0"/>
              <a:t>, Mahdi </a:t>
            </a:r>
            <a:r>
              <a:rPr lang="en-US" dirty="0" err="1"/>
              <a:t>Ghorbani</a:t>
            </a:r>
            <a:r>
              <a:rPr lang="en-US" dirty="0"/>
              <a:t>-Asl, Masao Arai, </a:t>
            </a:r>
            <a:r>
              <a:rPr lang="en-US" dirty="0" err="1"/>
              <a:t>Taizo</a:t>
            </a:r>
            <a:r>
              <a:rPr lang="en-US" dirty="0"/>
              <a:t> Sasaki, </a:t>
            </a:r>
            <a:r>
              <a:rPr lang="en-US" dirty="0" err="1"/>
              <a:t>Yunye</a:t>
            </a:r>
            <a:r>
              <a:rPr lang="en-US" dirty="0"/>
              <a:t> Liang, and Seiji </a:t>
            </a:r>
            <a:r>
              <a:rPr lang="en-US" dirty="0" err="1"/>
              <a:t>Yunoki</a:t>
            </a:r>
            <a:r>
              <a:rPr lang="en-US" dirty="0"/>
              <a:t>. Nearly free electron states in </a:t>
            </a:r>
            <a:r>
              <a:rPr lang="en-US" dirty="0" err="1"/>
              <a:t>mxenes</a:t>
            </a:r>
            <a:r>
              <a:rPr lang="en-US" dirty="0"/>
              <a:t>. Phys. Rev. B, 93:205125, May 2016.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E4815-1B94-2CD1-02B6-14B0348AD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64612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961DD-BBB5-C690-7465-7D92E31A2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F035F-FF40-F34C-D94B-0F3187437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[46] Chen Si, Jian Zhou, and </a:t>
            </a:r>
            <a:r>
              <a:rPr lang="en-US" dirty="0" err="1"/>
              <a:t>Zhimei</a:t>
            </a:r>
            <a:r>
              <a:rPr lang="en-US" dirty="0"/>
              <a:t> Sun. Half-metallic ferromagnetism and sur face functionalization-induced metal-insulator transition in graphene-like two- dimensional cr2c crystals. ACS applied materials and interfaces, 7, 07 2015.</a:t>
            </a:r>
          </a:p>
          <a:p>
            <a:pPr marL="0" indent="0">
              <a:buNone/>
            </a:pPr>
            <a:r>
              <a:rPr lang="en-US" dirty="0"/>
              <a:t>[47] </a:t>
            </a:r>
            <a:r>
              <a:rPr lang="en-US" dirty="0" err="1"/>
              <a:t>Khabib</a:t>
            </a:r>
            <a:r>
              <a:rPr lang="en-US" dirty="0"/>
              <a:t> </a:t>
            </a:r>
            <a:r>
              <a:rPr lang="en-US" dirty="0" err="1"/>
              <a:t>Yusupov</a:t>
            </a:r>
            <a:r>
              <a:rPr lang="en-US" dirty="0"/>
              <a:t>, Jonas </a:t>
            </a:r>
            <a:r>
              <a:rPr lang="en-US" dirty="0" err="1"/>
              <a:t>Bj</a:t>
            </a:r>
            <a:r>
              <a:rPr lang="en-US" dirty="0"/>
              <a:t> ¨</a:t>
            </a:r>
            <a:r>
              <a:rPr lang="en-US" dirty="0" err="1"/>
              <a:t>ork</a:t>
            </a:r>
            <a:r>
              <a:rPr lang="en-US" dirty="0"/>
              <a:t>, and Johanna Rosen. A systematic study of work </a:t>
            </a:r>
            <a:r>
              <a:rPr lang="en-US" dirty="0" err="1"/>
              <a:t>func</a:t>
            </a:r>
            <a:r>
              <a:rPr lang="en-US" dirty="0"/>
              <a:t> </a:t>
            </a:r>
            <a:r>
              <a:rPr lang="en-US" dirty="0" err="1"/>
              <a:t>tion</a:t>
            </a:r>
            <a:r>
              <a:rPr lang="en-US" dirty="0"/>
              <a:t> and electronic properties of </a:t>
            </a:r>
            <a:r>
              <a:rPr lang="en-US" dirty="0" err="1"/>
              <a:t>mxenes</a:t>
            </a:r>
            <a:r>
              <a:rPr lang="en-US" dirty="0"/>
              <a:t> from first principles. Nanoscale Adv., 5:3976–3984, 2023.</a:t>
            </a:r>
          </a:p>
          <a:p>
            <a:pPr marL="0" indent="0">
              <a:buNone/>
            </a:pPr>
            <a:r>
              <a:rPr lang="en-US" dirty="0"/>
              <a:t>[48] </a:t>
            </a:r>
            <a:r>
              <a:rPr lang="en-US" dirty="0" err="1"/>
              <a:t>Guangjiang</a:t>
            </a:r>
            <a:r>
              <a:rPr lang="en-US" dirty="0"/>
              <a:t> Li, Kateryna </a:t>
            </a:r>
            <a:r>
              <a:rPr lang="en-US" dirty="0" err="1"/>
              <a:t>Kushnir</a:t>
            </a:r>
            <a:r>
              <a:rPr lang="en-US" dirty="0"/>
              <a:t>, </a:t>
            </a:r>
            <a:r>
              <a:rPr lang="en-US" dirty="0" err="1"/>
              <a:t>Yongchang</a:t>
            </a:r>
            <a:r>
              <a:rPr lang="en-US" dirty="0"/>
              <a:t> Dong, </a:t>
            </a:r>
            <a:r>
              <a:rPr lang="en-US" dirty="0" err="1"/>
              <a:t>Sergii</a:t>
            </a:r>
            <a:r>
              <a:rPr lang="en-US" dirty="0"/>
              <a:t> </a:t>
            </a:r>
            <a:r>
              <a:rPr lang="en-US" dirty="0" err="1"/>
              <a:t>Chertopalov</a:t>
            </a:r>
            <a:r>
              <a:rPr lang="en-US" dirty="0"/>
              <a:t>, </a:t>
            </a:r>
            <a:r>
              <a:rPr lang="en-US" dirty="0" err="1"/>
              <a:t>Apparao</a:t>
            </a:r>
            <a:r>
              <a:rPr lang="en-US" dirty="0"/>
              <a:t> M Rao, Vadym N </a:t>
            </a:r>
            <a:r>
              <a:rPr lang="en-US" dirty="0" err="1"/>
              <a:t>Mochalin</a:t>
            </a:r>
            <a:r>
              <a:rPr lang="en-US" dirty="0"/>
              <a:t>, Ramakrishna Podila, and Lyubov V Titova. Equilibrium and non-equilibrium free carrier dynamics in 2d ti3c2tx </a:t>
            </a:r>
            <a:r>
              <a:rPr lang="en-US" dirty="0" err="1"/>
              <a:t>mxenes</a:t>
            </a:r>
            <a:r>
              <a:rPr lang="en-US" dirty="0"/>
              <a:t>: </a:t>
            </a:r>
            <a:r>
              <a:rPr lang="en-US" dirty="0" err="1"/>
              <a:t>Thz</a:t>
            </a:r>
            <a:r>
              <a:rPr lang="en-US" dirty="0"/>
              <a:t> spectroscopy study. 2D Materials, 5(3):035043, </a:t>
            </a:r>
            <a:r>
              <a:rPr lang="en-US" dirty="0" err="1"/>
              <a:t>jun</a:t>
            </a:r>
            <a:r>
              <a:rPr lang="en-US" dirty="0"/>
              <a:t> 2018.</a:t>
            </a:r>
          </a:p>
          <a:p>
            <a:pPr marL="0" indent="0">
              <a:buNone/>
            </a:pPr>
            <a:r>
              <a:rPr lang="en-US" dirty="0"/>
              <a:t>[49] </a:t>
            </a:r>
            <a:r>
              <a:rPr lang="en-US" dirty="0" err="1"/>
              <a:t>Guoying</a:t>
            </a:r>
            <a:r>
              <a:rPr lang="en-US" dirty="0"/>
              <a:t> Gao, </a:t>
            </a:r>
            <a:r>
              <a:rPr lang="en-US" dirty="0" err="1"/>
              <a:t>Guangqian</a:t>
            </a:r>
            <a:r>
              <a:rPr lang="en-US" dirty="0"/>
              <a:t> Ding, Jie Li, </a:t>
            </a:r>
            <a:r>
              <a:rPr lang="en-US" dirty="0" err="1"/>
              <a:t>Kailun</a:t>
            </a:r>
            <a:r>
              <a:rPr lang="en-US" dirty="0"/>
              <a:t> Yao, </a:t>
            </a:r>
            <a:r>
              <a:rPr lang="en-US" dirty="0" err="1"/>
              <a:t>Menghao</a:t>
            </a:r>
            <a:r>
              <a:rPr lang="en-US" dirty="0"/>
              <a:t> Wu, and </a:t>
            </a:r>
            <a:r>
              <a:rPr lang="en-US" dirty="0" err="1"/>
              <a:t>Meichun</a:t>
            </a:r>
            <a:r>
              <a:rPr lang="en-US" dirty="0"/>
              <a:t> Qian. Monolayer </a:t>
            </a:r>
            <a:r>
              <a:rPr lang="en-US" dirty="0" err="1"/>
              <a:t>mxenes</a:t>
            </a:r>
            <a:r>
              <a:rPr lang="en-US" dirty="0"/>
              <a:t>: promising half-metals and spin gapless semiconductors. Nanoscale, 8:8986–8994, 2016.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9FF88-70D2-BE99-CFA2-9669F6045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62657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A13D5-30E5-4463-EBBB-FB2E43238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1AFE2-D9E2-E6F3-B1D8-F206C4873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[50] Yu Xie and P. R. C. Kent. Hybrid density functional study of structural and electronic properties of functionalized tin+1Xn (x = C, n) monolayers. Phys. Rev. B, 87:235441, Jun 2013.</a:t>
            </a:r>
          </a:p>
          <a:p>
            <a:pPr marL="0" indent="0">
              <a:buNone/>
            </a:pPr>
            <a:r>
              <a:rPr lang="en-US" dirty="0"/>
              <a:t>[51] Jonas </a:t>
            </a:r>
            <a:r>
              <a:rPr lang="en-US" dirty="0" err="1"/>
              <a:t>Bj</a:t>
            </a:r>
            <a:r>
              <a:rPr lang="en-US" dirty="0"/>
              <a:t> ¨</a:t>
            </a:r>
            <a:r>
              <a:rPr lang="en-US" dirty="0" err="1"/>
              <a:t>ork</a:t>
            </a:r>
            <a:r>
              <a:rPr lang="en-US" dirty="0"/>
              <a:t> and Johanna Rosen. Functionalizing </a:t>
            </a:r>
            <a:r>
              <a:rPr lang="en-US" dirty="0" err="1"/>
              <a:t>mxenes</a:t>
            </a:r>
            <a:r>
              <a:rPr lang="en-US" dirty="0"/>
              <a:t> by tailoring surface terminations in different chemical environments. Chemistry of Materials, 33(23):9108–9118, 2021.</a:t>
            </a:r>
          </a:p>
          <a:p>
            <a:pPr marL="0" indent="0">
              <a:buNone/>
            </a:pPr>
            <a:r>
              <a:rPr lang="en-US" dirty="0"/>
              <a:t>[52] </a:t>
            </a:r>
            <a:r>
              <a:rPr lang="en-US" dirty="0" err="1"/>
              <a:t>Sichao</a:t>
            </a:r>
            <a:r>
              <a:rPr lang="en-US" dirty="0"/>
              <a:t> Li and Amanda S. Barnard. Multi-target neural network predictions of </a:t>
            </a:r>
            <a:r>
              <a:rPr lang="en-US" dirty="0" err="1"/>
              <a:t>mxenes</a:t>
            </a:r>
            <a:r>
              <a:rPr lang="en-US" dirty="0"/>
              <a:t> as high-capacity energy storage materials in a </a:t>
            </a:r>
            <a:r>
              <a:rPr lang="en-US" dirty="0" err="1"/>
              <a:t>rashomon</a:t>
            </a:r>
            <a:r>
              <a:rPr lang="en-US" dirty="0"/>
              <a:t> set. Cell Reports Physical Science, 4(11):101675, 2023.</a:t>
            </a:r>
          </a:p>
          <a:p>
            <a:pPr marL="0" indent="0">
              <a:buNone/>
            </a:pPr>
            <a:r>
              <a:rPr lang="en-US" dirty="0"/>
              <a:t>[53] S. </a:t>
            </a:r>
            <a:r>
              <a:rPr lang="en-US" dirty="0" err="1"/>
              <a:t>Massoumilari</a:t>
            </a:r>
            <a:r>
              <a:rPr lang="en-US" dirty="0"/>
              <a:t>, M. </a:t>
            </a:r>
            <a:r>
              <a:rPr lang="en-US" dirty="0" err="1"/>
              <a:t>Doganci</a:t>
            </a:r>
            <a:r>
              <a:rPr lang="en-US" dirty="0"/>
              <a:t>, and S. </a:t>
            </a:r>
            <a:r>
              <a:rPr lang="en-US" dirty="0" err="1"/>
              <a:t>Velio</a:t>
            </a:r>
            <a:r>
              <a:rPr lang="en-US" dirty="0"/>
              <a:t> ˘</a:t>
            </a:r>
            <a:r>
              <a:rPr lang="en-US" dirty="0" err="1"/>
              <a:t>glu</a:t>
            </a:r>
            <a:r>
              <a:rPr lang="en-US" dirty="0"/>
              <a:t>. Unveiling the potential of </a:t>
            </a:r>
            <a:r>
              <a:rPr lang="en-US" dirty="0" err="1"/>
              <a:t>mxenes</a:t>
            </a:r>
            <a:r>
              <a:rPr lang="en-US" dirty="0"/>
              <a:t> for h2 purification and co2 capture as an emerging family of nanomaterials. AIChE Journal, 68, 08 2022.</a:t>
            </a:r>
          </a:p>
          <a:p>
            <a:pPr marL="0" indent="0">
              <a:buNone/>
            </a:pPr>
            <a:r>
              <a:rPr lang="en-US" dirty="0"/>
              <a:t>[54] </a:t>
            </a:r>
            <a:r>
              <a:rPr lang="en-US" dirty="0" err="1"/>
              <a:t>Yuanyue</a:t>
            </a:r>
            <a:r>
              <a:rPr lang="en-US" dirty="0"/>
              <a:t> Liu, Hai Xiao, and William A. III Goddard. Schottky-barrier-free contacts with two-dimensional semiconductors by surface-engineered </a:t>
            </a:r>
            <a:r>
              <a:rPr lang="en-US" dirty="0" err="1"/>
              <a:t>mxenes</a:t>
            </a:r>
            <a:r>
              <a:rPr lang="en-US" dirty="0"/>
              <a:t>. Journal of the American Chemical Society, 138(49):15853–15856, 2016. PMID: 27960324.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FAE05-1CE5-C46D-5E2B-A16A85906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31115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5923D-E72B-4A91-B6EC-80DB8A95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6200"/>
            <a:ext cx="11074400" cy="1066800"/>
          </a:xfrm>
        </p:spPr>
        <p:txBody>
          <a:bodyPr anchor="b">
            <a:normAutofit/>
          </a:bodyPr>
          <a:lstStyle/>
          <a:p>
            <a:r>
              <a:rPr lang="en-US" dirty="0"/>
              <a:t>Backup Slides</a:t>
            </a: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FAD093EC-B187-D95B-D2B9-07EC04395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3709" y="2206955"/>
            <a:ext cx="7058691" cy="3282291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1D0F6-EA16-4227-9860-C894478C11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1890" y="1524000"/>
            <a:ext cx="3564876" cy="4648200"/>
          </a:xfrm>
        </p:spPr>
        <p:txBody>
          <a:bodyPr anchor="t">
            <a:normAutofit/>
          </a:bodyPr>
          <a:lstStyle/>
          <a:p>
            <a:pPr marL="342900" indent="-342900" font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What should we use for </a:t>
            </a:r>
            <a:r>
              <a:rPr lang="en-US" dirty="0" err="1">
                <a:solidFill>
                  <a:schemeClr val="tx1"/>
                </a:solidFill>
              </a:rPr>
              <a:t>MXene</a:t>
            </a:r>
            <a:r>
              <a:rPr lang="en-US" dirty="0">
                <a:solidFill>
                  <a:schemeClr val="tx1"/>
                </a:solidFill>
              </a:rPr>
              <a:t> sample space combinations?</a:t>
            </a:r>
          </a:p>
          <a:p>
            <a:pPr marL="342900" indent="-342900" fontAlgn="ctr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MXenes</a:t>
            </a:r>
            <a:r>
              <a:rPr lang="en-US" dirty="0">
                <a:solidFill>
                  <a:schemeClr val="tx1"/>
                </a:solidFill>
              </a:rPr>
              <a:t> take the form M</a:t>
            </a:r>
            <a:r>
              <a:rPr lang="en-US" baseline="-25000" dirty="0">
                <a:solidFill>
                  <a:schemeClr val="tx1"/>
                </a:solidFill>
              </a:rPr>
              <a:t>n+1</a:t>
            </a:r>
            <a:r>
              <a:rPr lang="en-US" dirty="0">
                <a:solidFill>
                  <a:schemeClr val="tx1"/>
                </a:solidFill>
              </a:rPr>
              <a:t>X</a:t>
            </a:r>
            <a:r>
              <a:rPr lang="en-US" baseline="-25000" dirty="0">
                <a:solidFill>
                  <a:schemeClr val="tx1"/>
                </a:solidFill>
              </a:rPr>
              <a:t>n</a:t>
            </a:r>
            <a:r>
              <a:rPr lang="en-US" dirty="0">
                <a:solidFill>
                  <a:schemeClr val="tx1"/>
                </a:solidFill>
              </a:rPr>
              <a:t> [1]</a:t>
            </a:r>
          </a:p>
          <a:p>
            <a:pPr marL="800100" lvl="1" indent="-342900" fontAlgn="ctr">
              <a:buFont typeface="Arial" panose="020B0604020202020204" pitchFamily="34" charset="0"/>
              <a:buChar char="•"/>
            </a:pPr>
            <a:r>
              <a:rPr lang="en-US" sz="2000" dirty="0"/>
              <a:t>M is an early transition metal</a:t>
            </a:r>
          </a:p>
          <a:p>
            <a:pPr marL="800100" lvl="1" indent="-342900" fontAlgn="ctr">
              <a:buFont typeface="Arial" panose="020B0604020202020204" pitchFamily="34" charset="0"/>
              <a:buChar char="•"/>
            </a:pPr>
            <a:r>
              <a:rPr lang="en-US" sz="2000" dirty="0"/>
              <a:t>X is carbon and/or nitrogen</a:t>
            </a:r>
          </a:p>
          <a:p>
            <a:pPr marL="800100" lvl="1" indent="-342900" fontAlgn="ctr">
              <a:buFont typeface="Arial" panose="020B0604020202020204" pitchFamily="34" charset="0"/>
              <a:buChar char="•"/>
            </a:pPr>
            <a:r>
              <a:rPr lang="en-US" sz="2000" dirty="0"/>
              <a:t>n is an integer</a:t>
            </a:r>
            <a:endParaRPr lang="en-US" sz="36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0F32ED92-9FD1-7C4B-BD0E-80E4B98B9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387664"/>
            <a:ext cx="609600" cy="39413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FEBEB0A-9E3D-4B14-9782-E2AE3DA60D96}" type="slidenum">
              <a:rPr lang="en-US" smtClean="0"/>
              <a:pPr>
                <a:spcAft>
                  <a:spcPts val="600"/>
                </a:spcAft>
              </a:pPr>
              <a:t>116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09C11E-0886-B539-3CE0-FD248EDF40BA}"/>
              </a:ext>
            </a:extLst>
          </p:cNvPr>
          <p:cNvSpPr txBox="1"/>
          <p:nvPr/>
        </p:nvSpPr>
        <p:spPr>
          <a:xfrm>
            <a:off x="6411686" y="5625664"/>
            <a:ext cx="3559629" cy="3070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600" dirty="0"/>
              <a:t>Source: [3]</a:t>
            </a:r>
          </a:p>
        </p:txBody>
      </p:sp>
    </p:spTree>
    <p:extLst>
      <p:ext uri="{BB962C8B-B14F-4D97-AF65-F5344CB8AC3E}">
        <p14:creationId xmlns:p14="http://schemas.microsoft.com/office/powerpoint/2010/main" val="280831478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9AA82-B8FD-4942-9480-70615B0D5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</p:spPr>
        <p:txBody>
          <a:bodyPr anchor="b">
            <a:normAutofit/>
          </a:bodyPr>
          <a:lstStyle/>
          <a:p>
            <a:r>
              <a:rPr lang="en-US" dirty="0"/>
              <a:t>CEDAR Project overview (MXenes subproject)</a:t>
            </a:r>
          </a:p>
        </p:txBody>
      </p:sp>
      <p:pic>
        <p:nvPicPr>
          <p:cNvPr id="6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id="{2E9EDDA0-5B21-4F71-8519-40240BFBD2F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24238" y="1676400"/>
            <a:ext cx="4860324" cy="4495800"/>
          </a:xfrm>
          <a:noFill/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C9D79E02-41B7-4A60-BE13-4BA012391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05600" y="1676400"/>
            <a:ext cx="4876800" cy="4495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4 subgroups</a:t>
            </a:r>
          </a:p>
          <a:p>
            <a:r>
              <a:rPr lang="en-US" dirty="0"/>
              <a:t>DS &amp; DFT teams recommend MXenes with desired properties</a:t>
            </a:r>
          </a:p>
          <a:p>
            <a:r>
              <a:rPr lang="en-US" dirty="0"/>
              <a:t>Drexel lab group synthesizes these recommended MXenes</a:t>
            </a:r>
          </a:p>
          <a:p>
            <a:r>
              <a:rPr lang="en-US" dirty="0"/>
              <a:t>WPI lab analyzes MXene samples to verify predictions</a:t>
            </a:r>
          </a:p>
          <a:p>
            <a:r>
              <a:rPr lang="en-US" dirty="0"/>
              <a:t>Source: [8]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D6E6D-4308-4317-8564-6608B26B2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387664"/>
            <a:ext cx="609600" cy="39413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63B0023-0CED-47F7-85AE-654F0B232C29}" type="slidenum">
              <a:rPr lang="en-US" smtClean="0"/>
              <a:pPr>
                <a:spcAft>
                  <a:spcPts val="600"/>
                </a:spcAft>
              </a:pPr>
              <a:t>117</a:t>
            </a:fld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85573E9-88B5-0B14-735E-DC9F5F83D15C}"/>
              </a:ext>
            </a:extLst>
          </p:cNvPr>
          <p:cNvCxnSpPr>
            <a:cxnSpLocks/>
          </p:cNvCxnSpPr>
          <p:nvPr/>
        </p:nvCxnSpPr>
        <p:spPr>
          <a:xfrm flipH="1">
            <a:off x="5788869" y="2519916"/>
            <a:ext cx="1164824" cy="1404384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128170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952AF-2C86-48EA-1862-98B71FE57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Materials Genome Initiative (MGI) at NIST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17485-96D1-85FE-EFD5-74D34BB8E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federal, multi-agency initiative for discovering, manufacturing, and deploying advanced materials twice as fast and at a fraction of the cost compared to traditional methods</a:t>
            </a:r>
          </a:p>
          <a:p>
            <a:r>
              <a:rPr lang="en-US" dirty="0"/>
              <a:t>Goals:</a:t>
            </a:r>
          </a:p>
          <a:p>
            <a:pPr marL="777240" lvl="1" indent="-457200">
              <a:buFont typeface="+mj-lt"/>
              <a:buAutoNum type="arabicPeriod"/>
            </a:pPr>
            <a:r>
              <a:rPr lang="en-US" dirty="0"/>
              <a:t>Establish the essential materials data and model exchange protocols </a:t>
            </a:r>
          </a:p>
          <a:p>
            <a:pPr marL="777240" lvl="1" indent="-457200">
              <a:buFont typeface="+mj-lt"/>
              <a:buAutoNum type="arabicPeriod"/>
            </a:pPr>
            <a:r>
              <a:rPr lang="en-US" dirty="0"/>
              <a:t>Establish means to ensure the quality of materials data and models </a:t>
            </a:r>
          </a:p>
          <a:p>
            <a:pPr marL="777240" lvl="1" indent="-457200">
              <a:buFont typeface="+mj-lt"/>
              <a:buAutoNum type="arabicPeriod"/>
            </a:pPr>
            <a:r>
              <a:rPr lang="en-US" dirty="0"/>
              <a:t>Establish new methods, metrologies, and capabilities necessary for accelerated materials development</a:t>
            </a:r>
          </a:p>
          <a:p>
            <a:pPr marL="777240" lvl="1" indent="-457200">
              <a:buFont typeface="+mj-lt"/>
              <a:buAutoNum type="arabicPeriod"/>
            </a:pPr>
            <a:r>
              <a:rPr lang="en-US" dirty="0"/>
              <a:t>Integrate these activities by working to test and disseminate its developed infrastructure and best practices to stakeholders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2D1FC2-9734-9C09-834E-6693E5B9E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118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C0E5CA-1DAE-D09E-F97A-81A4CF2EF8F8}"/>
              </a:ext>
            </a:extLst>
          </p:cNvPr>
          <p:cNvSpPr txBox="1"/>
          <p:nvPr/>
        </p:nvSpPr>
        <p:spPr>
          <a:xfrm>
            <a:off x="422787" y="5960806"/>
            <a:ext cx="4159046" cy="42278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600" dirty="0"/>
              <a:t>[4] </a:t>
            </a:r>
            <a:r>
              <a:rPr lang="en-US" sz="1600" dirty="0">
                <a:hlinkClick r:id="rId2"/>
              </a:rPr>
              <a:t>https://www.nist.gov/mgi</a:t>
            </a:r>
            <a:r>
              <a:rPr lang="en-US" sz="16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FE153F-2F3E-4F0C-B479-5F1C507FC4FE}"/>
              </a:ext>
            </a:extLst>
          </p:cNvPr>
          <p:cNvSpPr txBox="1"/>
          <p:nvPr/>
        </p:nvSpPr>
        <p:spPr>
          <a:xfrm>
            <a:off x="11346425" y="549309"/>
            <a:ext cx="934065" cy="4042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3200" dirty="0"/>
              <a:t>[4]</a:t>
            </a:r>
          </a:p>
        </p:txBody>
      </p:sp>
    </p:spTree>
    <p:extLst>
      <p:ext uri="{BB962C8B-B14F-4D97-AF65-F5344CB8AC3E}">
        <p14:creationId xmlns:p14="http://schemas.microsoft.com/office/powerpoint/2010/main" val="170313309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D8CC6-4FAA-F47B-D135-D9F4EEBF6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2AC5C-9F3F-1301-71AB-C61E17883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72456-417E-C3C7-26E8-43E04D1B7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31092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D9410-A29E-3F1D-D43C-5EEBB72DC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2D84C-A754-7BF6-4CAF-658BE6A20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9F86B-0AC4-AEA3-1630-4F924191C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120</a:t>
            </a:fld>
            <a:endParaRPr lang="en-US" dirty="0"/>
          </a:p>
        </p:txBody>
      </p:sp>
      <p:pic>
        <p:nvPicPr>
          <p:cNvPr id="1026" name="Picture 1">
            <a:extLst>
              <a:ext uri="{FF2B5EF4-FFF2-40B4-BE49-F238E27FC236}">
                <a16:creationId xmlns:a16="http://schemas.microsoft.com/office/drawing/2014/main" id="{ED49DAD8-2576-C73F-8617-CE4792735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99566"/>
            <a:ext cx="10439086" cy="3644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905685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111C0-5D23-D63B-99DD-BAB315D7B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Neural Networks (GNNs)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AC741-A00B-EA0F-229F-8491FDBF3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GNNs are a class of neural networks for processing data that can be represented as graphs</a:t>
            </a:r>
          </a:p>
          <a:p>
            <a:r>
              <a:rPr lang="en-US" dirty="0"/>
              <a:t>Key design element of GNNs: pairwise message passing</a:t>
            </a:r>
          </a:p>
          <a:p>
            <a:pPr lvl="1"/>
            <a:r>
              <a:rPr lang="en-US" dirty="0"/>
              <a:t>Graph nodes iteratively update their representations by exchanging information with their neighbors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0FE71-CA97-B530-6C2C-71FDFA0DD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121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FE8B0E-D4A8-BE9C-BF6A-D07C8F7C8CE2}"/>
              </a:ext>
            </a:extLst>
          </p:cNvPr>
          <p:cNvSpPr txBox="1"/>
          <p:nvPr/>
        </p:nvSpPr>
        <p:spPr>
          <a:xfrm>
            <a:off x="304801" y="5572568"/>
            <a:ext cx="9301316" cy="934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600" dirty="0"/>
              <a:t>L. Wu, P. Cui, J. Pei, L. Zhao, X. Guo. Proc. 29th ACM SIGKDD, pp. 5831-5832, 2023.</a:t>
            </a:r>
          </a:p>
        </p:txBody>
      </p:sp>
    </p:spTree>
    <p:extLst>
      <p:ext uri="{BB962C8B-B14F-4D97-AF65-F5344CB8AC3E}">
        <p14:creationId xmlns:p14="http://schemas.microsoft.com/office/powerpoint/2010/main" val="419588610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9E9DE-4E98-3860-36F6-5399C1337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Contrastive Learning (GCL)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11053-63B0-6FF4-EB21-2DE759CD7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 of GNN method that has been widely applied in other domains</a:t>
            </a:r>
          </a:p>
          <a:p>
            <a:r>
              <a:rPr lang="en-US" dirty="0"/>
              <a:t>Uses data augmentation to learn more robust graph representations</a:t>
            </a:r>
          </a:p>
          <a:p>
            <a:r>
              <a:rPr lang="en-US" dirty="0"/>
              <a:t>GCL aims to maximize agreement between augmentations to learn invariant, discriminative representations in an unsupervised manner </a:t>
            </a:r>
          </a:p>
          <a:p>
            <a:r>
              <a:rPr lang="en-US" dirty="0"/>
              <a:t>Specifically, we use </a:t>
            </a:r>
            <a:r>
              <a:rPr lang="en-US" dirty="0" err="1"/>
              <a:t>VICReg</a:t>
            </a:r>
            <a:r>
              <a:rPr lang="en-US" dirty="0"/>
              <a:t>-based GCL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A63D7-892E-EC99-6AD0-F2DC265B0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122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E96DFF-C000-766D-04F6-76AB318BFEAC}"/>
              </a:ext>
            </a:extLst>
          </p:cNvPr>
          <p:cNvSpPr txBox="1"/>
          <p:nvPr/>
        </p:nvSpPr>
        <p:spPr>
          <a:xfrm>
            <a:off x="609600" y="5539674"/>
            <a:ext cx="10472588" cy="49827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>
              <a:buNone/>
            </a:pPr>
            <a:r>
              <a:rPr lang="en-US" sz="1600" dirty="0"/>
              <a:t>Y. Zhu, Y. Xu, F. Yu, Q. Liu, S. Wu, L. Wang. In WWW, pages 2069–2080, 2021.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F83A9B-F411-EBDF-947B-4EC52F953BEE}"/>
              </a:ext>
            </a:extLst>
          </p:cNvPr>
          <p:cNvSpPr txBox="1"/>
          <p:nvPr/>
        </p:nvSpPr>
        <p:spPr>
          <a:xfrm>
            <a:off x="186813" y="5879578"/>
            <a:ext cx="8314660" cy="46808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sz="1600" dirty="0"/>
              <a:t> N. Liu, </a:t>
            </a:r>
            <a:r>
              <a:rPr lang="en-US" sz="1600" dirty="0" err="1"/>
              <a:t>X.Wang</a:t>
            </a:r>
            <a:r>
              <a:rPr lang="en-US" sz="1600" dirty="0"/>
              <a:t>, D. Bo, C. Shi, J. Pei. </a:t>
            </a:r>
            <a:r>
              <a:rPr lang="en-US" sz="1600" dirty="0" err="1"/>
              <a:t>NeurIPS</a:t>
            </a:r>
            <a:r>
              <a:rPr lang="en-US" sz="1600" dirty="0"/>
              <a:t> 215, 2972 – 2983, 2022.</a:t>
            </a:r>
          </a:p>
          <a:p>
            <a:pPr algn="ctr"/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160609-BC36-6E9A-DF1D-5602651C0735}"/>
              </a:ext>
            </a:extLst>
          </p:cNvPr>
          <p:cNvSpPr txBox="1"/>
          <p:nvPr/>
        </p:nvSpPr>
        <p:spPr>
          <a:xfrm>
            <a:off x="609600" y="6190595"/>
            <a:ext cx="7610168" cy="39413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>
              <a:buNone/>
            </a:pPr>
            <a:r>
              <a:rPr lang="en-US" sz="1600" dirty="0"/>
              <a:t>A. Bardes, J. Ponce, Y. LeCun. </a:t>
            </a:r>
            <a:r>
              <a:rPr lang="en-US" sz="1600" dirty="0" err="1"/>
              <a:t>arXiv</a:t>
            </a:r>
            <a:r>
              <a:rPr lang="en-US" sz="1600" dirty="0"/>
              <a:t> preprint arXiv:2105.04906 (2021).</a:t>
            </a:r>
          </a:p>
        </p:txBody>
      </p:sp>
    </p:spTree>
    <p:extLst>
      <p:ext uri="{BB962C8B-B14F-4D97-AF65-F5344CB8AC3E}">
        <p14:creationId xmlns:p14="http://schemas.microsoft.com/office/powerpoint/2010/main" val="812861382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9C363-E3FF-B80D-6822-6CDCC1357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VICReg</a:t>
            </a:r>
            <a:r>
              <a:rPr lang="en-US" dirty="0"/>
              <a:t> loss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00C2D-CB0C-7149-A94D-C030D6BCA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Contains three terms: </a:t>
            </a:r>
          </a:p>
          <a:p>
            <a:pPr lvl="1"/>
            <a:r>
              <a:rPr lang="en-US" b="1" dirty="0"/>
              <a:t>Invariance</a:t>
            </a:r>
            <a:r>
              <a:rPr lang="en-US" dirty="0"/>
              <a:t>, </a:t>
            </a:r>
            <a:r>
              <a:rPr lang="en-US" b="1" dirty="0"/>
              <a:t>Variance</a:t>
            </a:r>
            <a:r>
              <a:rPr lang="en-US" dirty="0"/>
              <a:t>, and </a:t>
            </a:r>
            <a:r>
              <a:rPr lang="en-US" b="1" dirty="0"/>
              <a:t>Covariance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E691B4-4DC9-4155-8EA9-9A77B1B43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123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ABE019-C5BD-F736-BBE8-36597E114440}"/>
              </a:ext>
            </a:extLst>
          </p:cNvPr>
          <p:cNvSpPr txBox="1"/>
          <p:nvPr/>
        </p:nvSpPr>
        <p:spPr>
          <a:xfrm>
            <a:off x="609600" y="6190595"/>
            <a:ext cx="7610168" cy="39413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>
              <a:buNone/>
            </a:pPr>
            <a:r>
              <a:rPr lang="en-US" sz="1600" dirty="0"/>
              <a:t>A. Bardes, J. Ponce, Y. LeCun. </a:t>
            </a:r>
            <a:r>
              <a:rPr lang="en-US" sz="1600" dirty="0" err="1"/>
              <a:t>arXiv</a:t>
            </a:r>
            <a:r>
              <a:rPr lang="en-US" sz="1600" dirty="0"/>
              <a:t> preprint arXiv:2105.04906 (2021).</a:t>
            </a:r>
          </a:p>
        </p:txBody>
      </p:sp>
    </p:spTree>
    <p:extLst>
      <p:ext uri="{BB962C8B-B14F-4D97-AF65-F5344CB8AC3E}">
        <p14:creationId xmlns:p14="http://schemas.microsoft.com/office/powerpoint/2010/main" val="2686902318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9C363-E3FF-B80D-6822-6CDCC1357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VICReg</a:t>
            </a:r>
            <a:r>
              <a:rPr lang="en-US" dirty="0"/>
              <a:t> loss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A00C2D-CB0C-7149-A94D-C030D6BCAB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Invariance term</a:t>
                </a:r>
              </a:p>
              <a:p>
                <a:pPr lvl="1"/>
                <a:r>
                  <a:rPr lang="en-US" dirty="0"/>
                  <a:t>The mean square distance between representation vectors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are representation batches,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/>
                  <a:t> are the individual vectors, respectively,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the number of vectors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A00C2D-CB0C-7149-A94D-C030D6BCAB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2" t="-1442" r="-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E691B4-4DC9-4155-8EA9-9A77B1B43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124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ED4887-08A6-533F-862F-65C25764E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174" y="2562056"/>
            <a:ext cx="5363323" cy="12098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466E62-46C2-3E9F-4784-EF6A150E3606}"/>
              </a:ext>
            </a:extLst>
          </p:cNvPr>
          <p:cNvSpPr txBox="1"/>
          <p:nvPr/>
        </p:nvSpPr>
        <p:spPr>
          <a:xfrm>
            <a:off x="609600" y="6190595"/>
            <a:ext cx="7610168" cy="39413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>
              <a:buNone/>
            </a:pPr>
            <a:r>
              <a:rPr lang="en-US" sz="1600" dirty="0"/>
              <a:t>A. Bardes, J. Ponce, Y. LeCun. </a:t>
            </a:r>
            <a:r>
              <a:rPr lang="en-US" sz="1600" dirty="0" err="1"/>
              <a:t>arXiv</a:t>
            </a:r>
            <a:r>
              <a:rPr lang="en-US" sz="1600" dirty="0"/>
              <a:t> preprint arXiv:2105.04906 (2021).</a:t>
            </a:r>
          </a:p>
        </p:txBody>
      </p:sp>
    </p:spTree>
    <p:extLst>
      <p:ext uri="{BB962C8B-B14F-4D97-AF65-F5344CB8AC3E}">
        <p14:creationId xmlns:p14="http://schemas.microsoft.com/office/powerpoint/2010/main" val="464793337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9C363-E3FF-B80D-6822-6CDCC1357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VICReg</a:t>
            </a:r>
            <a:r>
              <a:rPr lang="en-US" dirty="0"/>
              <a:t> loss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A00C2D-CB0C-7149-A94D-C030D6BCAB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Variance term</a:t>
                </a:r>
              </a:p>
              <a:p>
                <a:pPr lvl="1"/>
                <a:r>
                  <a:rPr lang="en-US" dirty="0"/>
                  <a:t>A hinge loss to maintain the standard deviation (over a batch) of each variable of the embedding above a specified threshold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marL="320040" lvl="1" indent="0">
                  <a:buNone/>
                </a:pP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is the dimensionality of the vectors,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 is a constant target value for the standard deviation,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is a small scalar to prevent numerical instabilities,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is the regularized standard deviation defined by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A00C2D-CB0C-7149-A94D-C030D6BCAB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2" t="-1442" r="-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E691B4-4DC9-4155-8EA9-9A77B1B43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1522D8-90AA-9A42-4336-D5C6581356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35"/>
          <a:stretch/>
        </p:blipFill>
        <p:spPr>
          <a:xfrm>
            <a:off x="1975968" y="2655686"/>
            <a:ext cx="6716062" cy="14314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294C14-32CE-933F-6BD7-A12D91467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8582" y="5116590"/>
            <a:ext cx="4420217" cy="9335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323633-15A7-C488-5F80-F4C43F4FEB97}"/>
              </a:ext>
            </a:extLst>
          </p:cNvPr>
          <p:cNvSpPr txBox="1"/>
          <p:nvPr/>
        </p:nvSpPr>
        <p:spPr>
          <a:xfrm>
            <a:off x="609600" y="6190595"/>
            <a:ext cx="7610168" cy="39413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>
              <a:buNone/>
            </a:pPr>
            <a:r>
              <a:rPr lang="en-US" sz="1600" dirty="0"/>
              <a:t>A. Bardes, J. Ponce, Y. LeCun. </a:t>
            </a:r>
            <a:r>
              <a:rPr lang="en-US" sz="1600" dirty="0" err="1"/>
              <a:t>arXiv</a:t>
            </a:r>
            <a:r>
              <a:rPr lang="en-US" sz="1600" dirty="0"/>
              <a:t> preprint arXiv:2105.04906 (2021).</a:t>
            </a:r>
          </a:p>
        </p:txBody>
      </p:sp>
    </p:spTree>
    <p:extLst>
      <p:ext uri="{BB962C8B-B14F-4D97-AF65-F5344CB8AC3E}">
        <p14:creationId xmlns:p14="http://schemas.microsoft.com/office/powerpoint/2010/main" val="155286859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9C363-E3FF-B80D-6822-6CDCC1357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VICReg</a:t>
            </a:r>
            <a:r>
              <a:rPr lang="en-US" dirty="0"/>
              <a:t> loss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00C2D-CB0C-7149-A94D-C030D6BCA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Covariance term</a:t>
            </a:r>
          </a:p>
          <a:p>
            <a:pPr lvl="1"/>
            <a:r>
              <a:rPr lang="en-US" dirty="0"/>
              <a:t>Shrinks the non-diagonal entries of the covariance matrix between all pairs of embedding variables toward zero</a:t>
            </a:r>
          </a:p>
          <a:p>
            <a:pPr lvl="1"/>
            <a:r>
              <a:rPr lang="en-US" dirty="0"/>
              <a:t>Prevents informational collapse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C(Z) is the covariance matrix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E691B4-4DC9-4155-8EA9-9A77B1B43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126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7337F4-5ED0-33CA-0F85-F62F83AAE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048" y="3429000"/>
            <a:ext cx="4763165" cy="13146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B7F710-F595-9026-2FF7-26238EE7DC22}"/>
              </a:ext>
            </a:extLst>
          </p:cNvPr>
          <p:cNvSpPr txBox="1"/>
          <p:nvPr/>
        </p:nvSpPr>
        <p:spPr>
          <a:xfrm>
            <a:off x="609600" y="6190595"/>
            <a:ext cx="7610168" cy="39413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>
              <a:buNone/>
            </a:pPr>
            <a:r>
              <a:rPr lang="en-US" sz="1600" dirty="0"/>
              <a:t>A. Bardes, J. Ponce, Y. LeCun. </a:t>
            </a:r>
            <a:r>
              <a:rPr lang="en-US" sz="1600" dirty="0" err="1"/>
              <a:t>arXiv</a:t>
            </a:r>
            <a:r>
              <a:rPr lang="en-US" sz="1600" dirty="0"/>
              <a:t> preprint arXiv:2105.04906 (2021).</a:t>
            </a:r>
          </a:p>
        </p:txBody>
      </p:sp>
    </p:spTree>
    <p:extLst>
      <p:ext uri="{BB962C8B-B14F-4D97-AF65-F5344CB8AC3E}">
        <p14:creationId xmlns:p14="http://schemas.microsoft.com/office/powerpoint/2010/main" val="4131352635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A8B94-6421-FEA4-35C8-014A03F03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VICReg</a:t>
            </a:r>
            <a:r>
              <a:rPr lang="en-US" dirty="0"/>
              <a:t> loss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0B1A95-2814-3806-1FAB-A090BAA404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entire </a:t>
                </a:r>
                <a:r>
                  <a:rPr lang="en-US" dirty="0" err="1"/>
                  <a:t>VICReg</a:t>
                </a:r>
                <a:r>
                  <a:rPr lang="en-US" dirty="0"/>
                  <a:t> loss function is: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and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ν</m:t>
                    </m:r>
                  </m:oMath>
                </a14:m>
                <a:r>
                  <a:rPr lang="en-US" dirty="0"/>
                  <a:t> are hyperparameters controlling the importance of each term in the loss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(∙)</m:t>
                    </m:r>
                  </m:oMath>
                </a14:m>
                <a:r>
                  <a:rPr lang="en-US" dirty="0"/>
                  <a:t> is the invariance term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𝜐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(∙)</m:t>
                    </m:r>
                  </m:oMath>
                </a14:m>
                <a:r>
                  <a:rPr lang="en-US" dirty="0"/>
                  <a:t> is the variance term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(∙)</m:t>
                    </m:r>
                  </m:oMath>
                </a14:m>
                <a:r>
                  <a:rPr lang="en-US" dirty="0"/>
                  <a:t> is the covariance term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0B1A95-2814-3806-1FAB-A090BAA404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2" t="-1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71BB3-CABA-A657-6880-51F7BA02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127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192B68-B4CF-D1C6-39D5-D18A7C1D9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639" y="2159711"/>
            <a:ext cx="9859751" cy="73352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6DFD8DB-65F1-0408-7428-3FEFD6DB46F9}"/>
                  </a:ext>
                </a:extLst>
              </p14:cNvPr>
              <p14:cNvContentPartPr/>
              <p14:nvPr/>
            </p14:nvContentPartPr>
            <p14:xfrm>
              <a:off x="8367223" y="2275080"/>
              <a:ext cx="101880" cy="333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6DFD8DB-65F1-0408-7428-3FEFD6DB46F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04583" y="2212440"/>
                <a:ext cx="227520" cy="45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2D24CF2-0124-2CD0-3881-72BE4557071A}"/>
                  </a:ext>
                </a:extLst>
              </p14:cNvPr>
              <p14:cNvContentPartPr/>
              <p14:nvPr/>
            </p14:nvContentPartPr>
            <p14:xfrm>
              <a:off x="7053583" y="1948286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2D24CF2-0124-2CD0-3881-72BE4557071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990583" y="1885286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6B2D7EA3-FAB0-5720-6870-BCEDA30762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1926" y="2348032"/>
            <a:ext cx="205478" cy="3568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867F83-7CB3-4804-7967-0305C245DAE0}"/>
              </a:ext>
            </a:extLst>
          </p:cNvPr>
          <p:cNvSpPr txBox="1"/>
          <p:nvPr/>
        </p:nvSpPr>
        <p:spPr>
          <a:xfrm>
            <a:off x="609600" y="6190595"/>
            <a:ext cx="7610168" cy="39413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>
              <a:buNone/>
            </a:pPr>
            <a:r>
              <a:rPr lang="en-US" sz="1600" dirty="0"/>
              <a:t>A. Bardes, J. Ponce, Y. LeCun. </a:t>
            </a:r>
            <a:r>
              <a:rPr lang="en-US" sz="1600" dirty="0" err="1"/>
              <a:t>arXiv</a:t>
            </a:r>
            <a:r>
              <a:rPr lang="en-US" sz="1600" dirty="0"/>
              <a:t> preprint arXiv:2105.04906 (2021).</a:t>
            </a:r>
          </a:p>
        </p:txBody>
      </p:sp>
    </p:spTree>
    <p:extLst>
      <p:ext uri="{BB962C8B-B14F-4D97-AF65-F5344CB8AC3E}">
        <p14:creationId xmlns:p14="http://schemas.microsoft.com/office/powerpoint/2010/main" val="186001025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10CAB-F534-8D35-7F02-B942A386F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A7483-7074-1AA2-847F-1EC4ED129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55BA9-5D4D-511C-FD64-23194A5D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34394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D27FE-04D4-8179-4209-A34544E07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17EA3-01C1-6060-4E6D-26FB355B3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BE2ACF-68F9-A6D0-AC67-A1FB05BB6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3504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E300E-4FD6-473C-CF77-92409C8E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ALIGNNTL Hyperparameters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6044B-E327-A0BB-74CF-2F891F216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130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17E617-1203-5238-A7FA-1F187C3CCC48}"/>
              </a:ext>
            </a:extLst>
          </p:cNvPr>
          <p:cNvSpPr txBox="1"/>
          <p:nvPr/>
        </p:nvSpPr>
        <p:spPr>
          <a:xfrm>
            <a:off x="609600" y="1655739"/>
            <a:ext cx="610091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{</a:t>
            </a:r>
          </a:p>
          <a:p>
            <a:r>
              <a:rPr lang="en-US" sz="1000" dirty="0"/>
              <a:t>    "version": "112bbedebdaecf59fb18e11c929080fb2f358246",</a:t>
            </a:r>
          </a:p>
          <a:p>
            <a:r>
              <a:rPr lang="en-US" sz="1000" dirty="0"/>
              <a:t>    "dataset": "</a:t>
            </a:r>
            <a:r>
              <a:rPr lang="en-US" sz="1000" dirty="0" err="1"/>
              <a:t>user_data</a:t>
            </a:r>
            <a:r>
              <a:rPr lang="en-US" sz="1000" dirty="0"/>
              <a:t>",</a:t>
            </a:r>
          </a:p>
          <a:p>
            <a:r>
              <a:rPr lang="en-US" sz="1000" dirty="0"/>
              <a:t>    "target": "target",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atom_features</a:t>
            </a:r>
            <a:r>
              <a:rPr lang="en-US" sz="1000" dirty="0"/>
              <a:t>": "</a:t>
            </a:r>
            <a:r>
              <a:rPr lang="en-US" sz="1000" dirty="0" err="1"/>
              <a:t>cgcnn</a:t>
            </a:r>
            <a:r>
              <a:rPr lang="en-US" sz="1000" dirty="0"/>
              <a:t>",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neighbor_strategy</a:t>
            </a:r>
            <a:r>
              <a:rPr lang="en-US" sz="1000" dirty="0"/>
              <a:t>": "k-nearest",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id_tag</a:t>
            </a:r>
            <a:r>
              <a:rPr lang="en-US" sz="1000" dirty="0"/>
              <a:t>": "</a:t>
            </a:r>
            <a:r>
              <a:rPr lang="en-US" sz="1000" dirty="0" err="1"/>
              <a:t>jid</a:t>
            </a:r>
            <a:r>
              <a:rPr lang="en-US" sz="1000" dirty="0"/>
              <a:t>",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random_seed</a:t>
            </a:r>
            <a:r>
              <a:rPr lang="en-US" sz="1000" dirty="0"/>
              <a:t>": 0,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classification_threshold</a:t>
            </a:r>
            <a:r>
              <a:rPr lang="en-US" sz="1000" dirty="0"/>
              <a:t>": null,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n_val</a:t>
            </a:r>
            <a:r>
              <a:rPr lang="en-US" sz="1000" dirty="0"/>
              <a:t>": 155,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n_test</a:t>
            </a:r>
            <a:r>
              <a:rPr lang="en-US" sz="1000" dirty="0"/>
              <a:t>": 154,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n_train</a:t>
            </a:r>
            <a:r>
              <a:rPr lang="en-US" sz="1000" dirty="0"/>
              <a:t>": 1235,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train_ratio</a:t>
            </a:r>
            <a:r>
              <a:rPr lang="en-US" sz="1000" dirty="0"/>
              <a:t>": null,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val_ratio</a:t>
            </a:r>
            <a:r>
              <a:rPr lang="en-US" sz="1000" dirty="0"/>
              <a:t>": null,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test_ratio</a:t>
            </a:r>
            <a:r>
              <a:rPr lang="en-US" sz="1000" dirty="0"/>
              <a:t>": null,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source_model</a:t>
            </a:r>
            <a:r>
              <a:rPr lang="en-US" sz="1000" dirty="0"/>
              <a:t>": null,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target_multiplication_factor</a:t>
            </a:r>
            <a:r>
              <a:rPr lang="en-US" sz="1000" dirty="0"/>
              <a:t>": null,</a:t>
            </a:r>
          </a:p>
          <a:p>
            <a:r>
              <a:rPr lang="en-US" sz="1000" dirty="0"/>
              <a:t>    "epochs": 300,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batch_size</a:t>
            </a:r>
            <a:r>
              <a:rPr lang="en-US" sz="1000" dirty="0"/>
              <a:t>": 64,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weight_decay</a:t>
            </a:r>
            <a:r>
              <a:rPr lang="en-US" sz="1000" dirty="0"/>
              <a:t>": 1e-05,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learning_rate</a:t>
            </a:r>
            <a:r>
              <a:rPr lang="en-US" sz="1000" dirty="0"/>
              <a:t>": 0.01,</a:t>
            </a:r>
          </a:p>
          <a:p>
            <a:r>
              <a:rPr lang="en-US" sz="1000" dirty="0"/>
              <a:t>    "filename": "sample",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warmup_steps</a:t>
            </a:r>
            <a:r>
              <a:rPr lang="en-US" sz="1000" dirty="0"/>
              <a:t>": 2000,</a:t>
            </a:r>
          </a:p>
          <a:p>
            <a:r>
              <a:rPr lang="en-US" sz="1000" dirty="0"/>
              <a:t>    "criterion": "</a:t>
            </a:r>
            <a:r>
              <a:rPr lang="en-US" sz="1000" dirty="0" err="1"/>
              <a:t>mse</a:t>
            </a:r>
            <a:r>
              <a:rPr lang="en-US" sz="1000" dirty="0"/>
              <a:t>",</a:t>
            </a:r>
          </a:p>
          <a:p>
            <a:r>
              <a:rPr lang="en-US" sz="1000" dirty="0"/>
              <a:t>    "optimizer": "</a:t>
            </a:r>
            <a:r>
              <a:rPr lang="en-US" sz="1000" dirty="0" err="1"/>
              <a:t>adamw</a:t>
            </a:r>
            <a:r>
              <a:rPr lang="en-US" sz="1000" dirty="0"/>
              <a:t>",</a:t>
            </a:r>
          </a:p>
          <a:p>
            <a:r>
              <a:rPr lang="en-US" sz="1000" dirty="0"/>
              <a:t>    "scheduler": "</a:t>
            </a:r>
            <a:r>
              <a:rPr lang="en-US" sz="1000" dirty="0" err="1"/>
              <a:t>onecycle</a:t>
            </a:r>
            <a:r>
              <a:rPr lang="en-US" sz="1000" dirty="0"/>
              <a:t>",</a:t>
            </a:r>
          </a:p>
          <a:p>
            <a:r>
              <a:rPr lang="en-US" sz="1000" dirty="0"/>
              <a:t>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9D1B1C-9794-5A94-C621-1E1E7DBA0110}"/>
              </a:ext>
            </a:extLst>
          </p:cNvPr>
          <p:cNvSpPr txBox="1"/>
          <p:nvPr/>
        </p:nvSpPr>
        <p:spPr>
          <a:xfrm>
            <a:off x="11651226" y="1997706"/>
            <a:ext cx="462116" cy="28201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en-US" sz="1600" dirty="0" err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CC64D2-0C0F-9DDA-057D-0CA16AE10530}"/>
              </a:ext>
            </a:extLst>
          </p:cNvPr>
          <p:cNvSpPr txBox="1"/>
          <p:nvPr/>
        </p:nvSpPr>
        <p:spPr>
          <a:xfrm>
            <a:off x="6990735" y="1504335"/>
            <a:ext cx="2888225" cy="314632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000" dirty="0"/>
              <a:t>"</a:t>
            </a:r>
            <a:r>
              <a:rPr lang="en-US" sz="1000" dirty="0" err="1"/>
              <a:t>pin_memory</a:t>
            </a:r>
            <a:r>
              <a:rPr lang="en-US" sz="1000" dirty="0"/>
              <a:t>": false,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save_dataloader</a:t>
            </a:r>
            <a:r>
              <a:rPr lang="en-US" sz="1000" dirty="0"/>
              <a:t>": false,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write_checkpoint</a:t>
            </a:r>
            <a:r>
              <a:rPr lang="en-US" sz="1000" dirty="0"/>
              <a:t>": true,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write_predictions</a:t>
            </a:r>
            <a:r>
              <a:rPr lang="en-US" sz="1000" dirty="0"/>
              <a:t>": true,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store_outputs</a:t>
            </a:r>
            <a:r>
              <a:rPr lang="en-US" sz="1000" dirty="0"/>
              <a:t>": true,</a:t>
            </a:r>
          </a:p>
          <a:p>
            <a:r>
              <a:rPr lang="en-US" sz="1000" dirty="0"/>
              <a:t>    "progress": true,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log_tensorboard</a:t>
            </a:r>
            <a:r>
              <a:rPr lang="en-US" sz="1000" dirty="0"/>
              <a:t>": false,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standard_scalar_and_pca</a:t>
            </a:r>
            <a:r>
              <a:rPr lang="en-US" sz="1000" dirty="0"/>
              <a:t>": false,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use_canonize</a:t>
            </a:r>
            <a:r>
              <a:rPr lang="en-US" sz="1000" dirty="0"/>
              <a:t>": true,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num_workers</a:t>
            </a:r>
            <a:r>
              <a:rPr lang="en-US" sz="1000" dirty="0"/>
              <a:t>": 0,</a:t>
            </a:r>
          </a:p>
          <a:p>
            <a:r>
              <a:rPr lang="en-US" sz="1000" dirty="0"/>
              <a:t>    "cutoff": 4.0,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max_neighbors</a:t>
            </a:r>
            <a:r>
              <a:rPr lang="en-US" sz="1000" dirty="0"/>
              <a:t>": 6,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keep_data_order</a:t>
            </a:r>
            <a:r>
              <a:rPr lang="en-US" sz="1000" dirty="0"/>
              <a:t>": false,</a:t>
            </a:r>
          </a:p>
          <a:p>
            <a:r>
              <a:rPr lang="en-US" sz="1000" dirty="0"/>
              <a:t>    "distributed": false,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n_early_stopping</a:t>
            </a:r>
            <a:r>
              <a:rPr lang="en-US" sz="1000" dirty="0"/>
              <a:t>": null,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output_dir</a:t>
            </a:r>
            <a:r>
              <a:rPr lang="en-US" sz="1000" dirty="0"/>
              <a:t>": "/home/</a:t>
            </a:r>
            <a:r>
              <a:rPr lang="en-US" sz="1000" dirty="0" err="1"/>
              <a:t>ewvertina</a:t>
            </a:r>
            <a:r>
              <a:rPr lang="en-US" sz="1000" dirty="0"/>
              <a:t>/ALIGNNTL/</a:t>
            </a:r>
            <a:r>
              <a:rPr lang="en-US" sz="1000" dirty="0" err="1"/>
              <a:t>Experiment_Results</a:t>
            </a:r>
            <a:r>
              <a:rPr lang="en-US" sz="1000" dirty="0"/>
              <a:t>/2025-05-01/C2DB_Heat_of_Formation/0",</a:t>
            </a:r>
          </a:p>
          <a:p>
            <a:r>
              <a:rPr lang="en-US" sz="1000" dirty="0"/>
              <a:t>    "model": {</a:t>
            </a:r>
          </a:p>
          <a:p>
            <a:r>
              <a:rPr lang="en-US" sz="1000" dirty="0"/>
              <a:t>        "name": "</a:t>
            </a:r>
            <a:r>
              <a:rPr lang="en-US" sz="1000" dirty="0" err="1"/>
              <a:t>alignn</a:t>
            </a:r>
            <a:r>
              <a:rPr lang="en-US" sz="1000" dirty="0"/>
              <a:t>",</a:t>
            </a:r>
          </a:p>
          <a:p>
            <a:r>
              <a:rPr lang="en-US" sz="1000" dirty="0"/>
              <a:t>        "</a:t>
            </a:r>
            <a:r>
              <a:rPr lang="en-US" sz="1000" dirty="0" err="1"/>
              <a:t>alignn_layers</a:t>
            </a:r>
            <a:r>
              <a:rPr lang="en-US" sz="1000" dirty="0"/>
              <a:t>": 4,</a:t>
            </a:r>
          </a:p>
          <a:p>
            <a:r>
              <a:rPr lang="en-US" sz="1000" dirty="0"/>
              <a:t>        "</a:t>
            </a:r>
            <a:r>
              <a:rPr lang="en-US" sz="1000" dirty="0" err="1"/>
              <a:t>gcn_layers</a:t>
            </a:r>
            <a:r>
              <a:rPr lang="en-US" sz="1000" dirty="0"/>
              <a:t>": 4,</a:t>
            </a:r>
          </a:p>
          <a:p>
            <a:r>
              <a:rPr lang="en-US" sz="1000" dirty="0"/>
              <a:t>        "</a:t>
            </a:r>
            <a:r>
              <a:rPr lang="en-US" sz="1000" dirty="0" err="1"/>
              <a:t>atom_input_features</a:t>
            </a:r>
            <a:r>
              <a:rPr lang="en-US" sz="1000" dirty="0"/>
              <a:t>": 92,</a:t>
            </a:r>
          </a:p>
          <a:p>
            <a:r>
              <a:rPr lang="en-US" sz="1000" dirty="0"/>
              <a:t>        "</a:t>
            </a:r>
            <a:r>
              <a:rPr lang="en-US" sz="1000" dirty="0" err="1"/>
              <a:t>edge_input_features</a:t>
            </a:r>
            <a:r>
              <a:rPr lang="en-US" sz="1000" dirty="0"/>
              <a:t>": 80,</a:t>
            </a:r>
          </a:p>
          <a:p>
            <a:r>
              <a:rPr lang="en-US" sz="1000" dirty="0"/>
              <a:t>        "</a:t>
            </a:r>
            <a:r>
              <a:rPr lang="en-US" sz="1000" dirty="0" err="1"/>
              <a:t>triplet_input_features</a:t>
            </a:r>
            <a:r>
              <a:rPr lang="en-US" sz="1000" dirty="0"/>
              <a:t>": 40,</a:t>
            </a:r>
          </a:p>
          <a:p>
            <a:r>
              <a:rPr lang="en-US" sz="1000" dirty="0"/>
              <a:t>        "</a:t>
            </a:r>
            <a:r>
              <a:rPr lang="en-US" sz="1000" dirty="0" err="1"/>
              <a:t>embedding_features</a:t>
            </a:r>
            <a:r>
              <a:rPr lang="en-US" sz="1000" dirty="0"/>
              <a:t>": 64,</a:t>
            </a:r>
          </a:p>
          <a:p>
            <a:r>
              <a:rPr lang="en-US" sz="1000" dirty="0"/>
              <a:t>        "</a:t>
            </a:r>
            <a:r>
              <a:rPr lang="en-US" sz="1000" dirty="0" err="1"/>
              <a:t>hidden_features</a:t>
            </a:r>
            <a:r>
              <a:rPr lang="en-US" sz="1000" dirty="0"/>
              <a:t>": 256,</a:t>
            </a:r>
          </a:p>
          <a:p>
            <a:r>
              <a:rPr lang="en-US" sz="1000" dirty="0"/>
              <a:t>        "</a:t>
            </a:r>
            <a:r>
              <a:rPr lang="en-US" sz="1000" dirty="0" err="1"/>
              <a:t>output_features</a:t>
            </a:r>
            <a:r>
              <a:rPr lang="en-US" sz="1000" dirty="0"/>
              <a:t>": 1,</a:t>
            </a:r>
          </a:p>
          <a:p>
            <a:r>
              <a:rPr lang="en-US" sz="1000" dirty="0"/>
              <a:t>        "link": "identity",</a:t>
            </a:r>
          </a:p>
          <a:p>
            <a:r>
              <a:rPr lang="en-US" sz="1000" dirty="0"/>
              <a:t>        "</a:t>
            </a:r>
            <a:r>
              <a:rPr lang="en-US" sz="1000" dirty="0" err="1"/>
              <a:t>zero_inflated</a:t>
            </a:r>
            <a:r>
              <a:rPr lang="en-US" sz="1000" dirty="0"/>
              <a:t>": false,</a:t>
            </a:r>
          </a:p>
          <a:p>
            <a:r>
              <a:rPr lang="en-US" sz="1000" dirty="0"/>
              <a:t>        "classification": false</a:t>
            </a:r>
          </a:p>
          <a:p>
            <a:r>
              <a:rPr lang="en-US" sz="1000" dirty="0"/>
              <a:t>    }</a:t>
            </a:r>
          </a:p>
          <a:p>
            <a:r>
              <a:rPr lang="en-US" sz="1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98674028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D20F3-E884-6FA6-7977-2D3E411C4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839ED-7465-C547-B4E3-97020780F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07F20-B2AC-1E41-BFDF-2311FFF12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554707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8ECA8-ADC8-40FF-FCD9-E8CF788B9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693B9-5AF5-3D94-3C30-06DA77E3F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A57AD-4611-6DF0-E2FC-EE5BE3065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929391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5E1C0-BAB0-E7C6-5EAD-D0BD1F513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94A1B-1C06-19A1-F50B-20DB2190F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F32B0-94DD-2089-E6C7-A5ABF556B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52846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E21FF-6E04-3FB7-8784-2E271F074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5B732-C77D-FC77-D72C-F4D804743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CC9EB-64C2-A5BA-04A6-3FD0E6A82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134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095029-F7DA-80F0-978B-B54C99BEB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6931"/>
            <a:ext cx="12192000" cy="459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89542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FA656-61E8-EF61-9964-83BC24281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preds Stability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1864D-EE82-551D-9D16-93C4E5DA8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category counts:                     </a:t>
            </a:r>
            <a:r>
              <a:rPr lang="en-US" dirty="0" err="1"/>
              <a:t>bool_Dynamically_stable</a:t>
            </a:r>
            <a:r>
              <a:rPr lang="en-US" dirty="0"/>
              <a:t>  </a:t>
            </a:r>
            <a:r>
              <a:rPr lang="en-US" dirty="0" err="1"/>
              <a:t>HoF_stability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False                              1149443              0</a:t>
            </a:r>
          </a:p>
          <a:p>
            <a:pPr marL="0" indent="0">
              <a:buNone/>
            </a:pPr>
            <a:r>
              <a:rPr lang="en-US" dirty="0" err="1"/>
              <a:t>Highly_stable</a:t>
            </a:r>
            <a:r>
              <a:rPr lang="en-US" dirty="0"/>
              <a:t>                            0         512062</a:t>
            </a:r>
          </a:p>
          <a:p>
            <a:pPr marL="0" indent="0">
              <a:buNone/>
            </a:pPr>
            <a:r>
              <a:rPr lang="en-US" dirty="0" err="1"/>
              <a:t>Marginally_stable</a:t>
            </a:r>
            <a:r>
              <a:rPr lang="en-US" dirty="0"/>
              <a:t>                        0        1095562</a:t>
            </a:r>
          </a:p>
          <a:p>
            <a:pPr marL="0" indent="0">
              <a:buNone/>
            </a:pPr>
            <a:r>
              <a:rPr lang="en-US" dirty="0"/>
              <a:t>Metastable                               0        7159065</a:t>
            </a:r>
          </a:p>
          <a:p>
            <a:pPr marL="0" indent="0">
              <a:buNone/>
            </a:pPr>
            <a:r>
              <a:rPr lang="en-US" dirty="0"/>
              <a:t>Stable                                   0        3325122</a:t>
            </a:r>
          </a:p>
          <a:p>
            <a:pPr marL="0" indent="0">
              <a:buNone/>
            </a:pPr>
            <a:r>
              <a:rPr lang="en-US" dirty="0"/>
              <a:t>True                              11954811              0</a:t>
            </a:r>
          </a:p>
          <a:p>
            <a:pPr marL="0" indent="0">
              <a:buNone/>
            </a:pPr>
            <a:r>
              <a:rPr lang="en-US" dirty="0"/>
              <a:t>Unstable                                 0        1012443</a:t>
            </a:r>
          </a:p>
          <a:p>
            <a:pPr marL="0" indent="0">
              <a:buNone/>
            </a:pPr>
            <a:r>
              <a:rPr lang="en-US" dirty="0"/>
              <a:t>num band gap = 0:  974257</a:t>
            </a:r>
          </a:p>
          <a:p>
            <a:pPr marL="0" indent="0">
              <a:buNone/>
            </a:pPr>
            <a:r>
              <a:rPr lang="en-US" dirty="0"/>
              <a:t>num non-zero band gap:  12129997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A24B2-6C27-8223-83C1-60A96C04C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631664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2EE59-3EEA-B7D3-17E0-E0E2B5BE7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M preds Stability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72C0D-5E34-6870-2385-043F4E4F4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category counts:                     </a:t>
            </a:r>
            <a:r>
              <a:rPr lang="en-US" dirty="0" err="1"/>
              <a:t>bool_Dynamically_stable</a:t>
            </a:r>
            <a:r>
              <a:rPr lang="en-US" dirty="0"/>
              <a:t>  </a:t>
            </a:r>
            <a:r>
              <a:rPr lang="en-US" dirty="0" err="1"/>
              <a:t>HoF_stability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False                               350676              0</a:t>
            </a:r>
          </a:p>
          <a:p>
            <a:pPr marL="0" indent="0">
              <a:buNone/>
            </a:pPr>
            <a:r>
              <a:rPr lang="en-US" dirty="0" err="1"/>
              <a:t>Highly_stable</a:t>
            </a:r>
            <a:r>
              <a:rPr lang="en-US" dirty="0"/>
              <a:t>                            0         108747</a:t>
            </a:r>
          </a:p>
          <a:p>
            <a:pPr marL="0" indent="0">
              <a:buNone/>
            </a:pPr>
            <a:r>
              <a:rPr lang="en-US" dirty="0" err="1"/>
              <a:t>Marginally_stable</a:t>
            </a:r>
            <a:r>
              <a:rPr lang="en-US" dirty="0"/>
              <a:t>                        0         148081</a:t>
            </a:r>
          </a:p>
          <a:p>
            <a:pPr marL="0" indent="0">
              <a:buNone/>
            </a:pPr>
            <a:r>
              <a:rPr lang="en-US" dirty="0"/>
              <a:t>Metastable                               0        1122896</a:t>
            </a:r>
          </a:p>
          <a:p>
            <a:pPr marL="0" indent="0">
              <a:buNone/>
            </a:pPr>
            <a:r>
              <a:rPr lang="en-US" dirty="0"/>
              <a:t>Stable                                   0         763029</a:t>
            </a:r>
          </a:p>
          <a:p>
            <a:pPr marL="0" indent="0">
              <a:buNone/>
            </a:pPr>
            <a:r>
              <a:rPr lang="en-US" dirty="0"/>
              <a:t>True                               1945132              0</a:t>
            </a:r>
          </a:p>
          <a:p>
            <a:pPr marL="0" indent="0">
              <a:buNone/>
            </a:pPr>
            <a:r>
              <a:rPr lang="en-US" dirty="0"/>
              <a:t>Unstable                                 0         153055</a:t>
            </a:r>
          </a:p>
          <a:p>
            <a:pPr marL="0" indent="0">
              <a:buNone/>
            </a:pPr>
            <a:r>
              <a:rPr lang="en-US" dirty="0"/>
              <a:t>num band gap = 0:  244093</a:t>
            </a:r>
          </a:p>
          <a:p>
            <a:pPr marL="0" indent="0">
              <a:buNone/>
            </a:pPr>
            <a:r>
              <a:rPr lang="en-US" dirty="0"/>
              <a:t>num non-zero band gap:  2051715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0B535-FBE6-74DF-EEE9-96B0D3E3D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258357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8D309-CC34-42F0-C05B-77D1E9ACA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EADEE-D6A6-D7BE-5B7F-321829F6E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2AC21-DBAD-A6C4-B994-51D54B3D0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5099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5e1d76e6ed25a0b9acc172e1212e12c5ea2ecb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PI-White">
  <a:themeElements>
    <a:clrScheme name="Custom 56">
      <a:dk1>
        <a:sysClr val="windowText" lastClr="000000"/>
      </a:dk1>
      <a:lt1>
        <a:sysClr val="window" lastClr="FFFFFF"/>
      </a:lt1>
      <a:dk2>
        <a:srgbClr val="6D6D6D"/>
      </a:dk2>
      <a:lt2>
        <a:srgbClr val="AB192D"/>
      </a:lt2>
      <a:accent1>
        <a:srgbClr val="AB192D"/>
      </a:accent1>
      <a:accent2>
        <a:srgbClr val="B2B7BB"/>
      </a:accent2>
      <a:accent3>
        <a:srgbClr val="2C6A8C"/>
      </a:accent3>
      <a:accent4>
        <a:srgbClr val="B7A079"/>
      </a:accent4>
      <a:accent5>
        <a:srgbClr val="46A0DC"/>
      </a:accent5>
      <a:accent6>
        <a:srgbClr val="6D6D6D"/>
      </a:accent6>
      <a:hlink>
        <a:srgbClr val="46A0DC"/>
      </a:hlink>
      <a:folHlink>
        <a:srgbClr val="808DA9"/>
      </a:folHlink>
    </a:clrScheme>
    <a:fontScheme name="Verdana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>
    <a:spDef>
      <a:spPr bwMode="auto">
        <a:solidFill>
          <a:schemeClr val="accent2"/>
        </a:solidFill>
        <a:ln w="12700" cap="sq" algn="ctr">
          <a:solidFill>
            <a:schemeClr val="tx2"/>
          </a:solidFill>
          <a:miter lim="800000"/>
          <a:headEnd/>
          <a:tailEnd/>
        </a:ln>
        <a:effectLst/>
      </a:spPr>
      <a:bodyPr wrap="none" anchor="ctr"/>
      <a:lstStyle>
        <a:defPPr algn="ctr">
          <a:defRPr sz="1600" dirty="0" smtClean="0">
            <a:solidFill>
              <a:schemeClr val="bg1"/>
            </a:solidFill>
            <a:latin typeface="+mn-lt"/>
          </a:defRPr>
        </a:defPPr>
      </a:lstStyle>
    </a:spDef>
    <a:txDef>
      <a:spPr>
        <a:noFill/>
      </a:spPr>
      <a:bodyPr wrap="none" rtlCol="0">
        <a:noAutofit/>
      </a:bodyPr>
      <a:lstStyle>
        <a:defPPr algn="ctr">
          <a:defRPr sz="16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WPI_Gray">
  <a:themeElements>
    <a:clrScheme name="Custom 57">
      <a:dk1>
        <a:srgbClr val="FFFFFF"/>
      </a:dk1>
      <a:lt1>
        <a:srgbClr val="6D6D6D"/>
      </a:lt1>
      <a:dk2>
        <a:srgbClr val="000000"/>
      </a:dk2>
      <a:lt2>
        <a:srgbClr val="FFFFFF"/>
      </a:lt2>
      <a:accent1>
        <a:srgbClr val="AB192D"/>
      </a:accent1>
      <a:accent2>
        <a:srgbClr val="B2B7BB"/>
      </a:accent2>
      <a:accent3>
        <a:srgbClr val="2C6A8C"/>
      </a:accent3>
      <a:accent4>
        <a:srgbClr val="B7A079"/>
      </a:accent4>
      <a:accent5>
        <a:srgbClr val="46A0DC"/>
      </a:accent5>
      <a:accent6>
        <a:srgbClr val="D9CD95"/>
      </a:accent6>
      <a:hlink>
        <a:srgbClr val="46A0DC"/>
      </a:hlink>
      <a:folHlink>
        <a:srgbClr val="808DA9"/>
      </a:folHlink>
    </a:clrScheme>
    <a:fontScheme name="Verdana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>
    <a:spDef>
      <a:spPr bwMode="auto">
        <a:solidFill>
          <a:schemeClr val="accent2">
            <a:lumMod val="40000"/>
            <a:lumOff val="60000"/>
          </a:schemeClr>
        </a:solidFill>
        <a:ln w="12700" cap="sq" algn="ctr">
          <a:solidFill>
            <a:schemeClr val="tx1"/>
          </a:solidFill>
          <a:miter lim="800000"/>
          <a:headEnd/>
          <a:tailEnd/>
        </a:ln>
        <a:effectLst/>
      </a:spPr>
      <a:bodyPr wrap="none" rtlCol="0" anchor="ctr"/>
      <a:lstStyle>
        <a:defPPr algn="ctr">
          <a:defRPr sz="1600" dirty="0" smtClean="0">
            <a:solidFill>
              <a:schemeClr val="bg1"/>
            </a:solidFill>
            <a:latin typeface="+mn-lt"/>
          </a:defRPr>
        </a:defPPr>
      </a:lstStyle>
    </a:spDef>
    <a:lnDef>
      <a:spPr bwMode="auto">
        <a:solidFill>
          <a:schemeClr val="accent2"/>
        </a:solidFill>
        <a:ln w="19050" cap="sq" cmpd="sng" algn="ctr">
          <a:solidFill>
            <a:schemeClr val="tx1"/>
          </a:solidFill>
          <a:prstDash val="solid"/>
          <a:round/>
          <a:headEnd type="triangle" w="med" len="med"/>
          <a:tailEnd type="triangl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 algn="ctr">
          <a:defRPr sz="160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WPI_2012Multi</Template>
  <TotalTime>52731</TotalTime>
  <Words>7056</Words>
  <Application>Microsoft Office PowerPoint</Application>
  <PresentationFormat>Widescreen</PresentationFormat>
  <Paragraphs>835</Paragraphs>
  <Slides>137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137</vt:i4>
      </vt:variant>
    </vt:vector>
  </HeadingPairs>
  <TitlesOfParts>
    <vt:vector size="146" baseType="lpstr">
      <vt:lpstr>Arial</vt:lpstr>
      <vt:lpstr>Calibri</vt:lpstr>
      <vt:lpstr>Cambria Math</vt:lpstr>
      <vt:lpstr>Courier New</vt:lpstr>
      <vt:lpstr>Times New Roman</vt:lpstr>
      <vt:lpstr>Verdana</vt:lpstr>
      <vt:lpstr>Wingdings</vt:lpstr>
      <vt:lpstr>WPI-White</vt:lpstr>
      <vt:lpstr>WPI_Gray</vt:lpstr>
      <vt:lpstr>PowerPoint Presentation</vt:lpstr>
      <vt:lpstr>Contents of this Dissertation</vt:lpstr>
      <vt:lpstr>Contributions</vt:lpstr>
      <vt:lpstr>Contributions</vt:lpstr>
      <vt:lpstr>Contributions</vt:lpstr>
      <vt:lpstr>Contributions</vt:lpstr>
      <vt:lpstr>MXenes</vt:lpstr>
      <vt:lpstr>MXenes</vt:lpstr>
      <vt:lpstr>MXenes</vt:lpstr>
      <vt:lpstr>MXenes</vt:lpstr>
      <vt:lpstr>Unfortunately</vt:lpstr>
      <vt:lpstr>What MXene Properties should we predict?</vt:lpstr>
      <vt:lpstr>List of “Desired” MXene Properties</vt:lpstr>
      <vt:lpstr>List of “Desired” MXene Properties</vt:lpstr>
      <vt:lpstr>PowerPoint Presentation</vt:lpstr>
      <vt:lpstr>Phase 0: Predicting MXene Properties via ML</vt:lpstr>
      <vt:lpstr>Phase 0: Predicting MXene Properties via ML</vt:lpstr>
      <vt:lpstr>Phase 0: Predicting MXene Properties via ML</vt:lpstr>
      <vt:lpstr>Phase 1: Graph Contrastive Learning</vt:lpstr>
      <vt:lpstr>Phase 1: Graph Contrastive Learning</vt:lpstr>
      <vt:lpstr>Phase 1: Graph Contrastive Learning</vt:lpstr>
      <vt:lpstr>Phase 1: Graph Contrastive Learning</vt:lpstr>
      <vt:lpstr>Phase 1: Graph Contrastive Learning</vt:lpstr>
      <vt:lpstr>Phase 2: Atomistic Line Graph Neural Networks </vt:lpstr>
      <vt:lpstr>Phase 2: Atomistic Line Graph Neural Networks </vt:lpstr>
      <vt:lpstr>Phase 2: Atomistic Line Graph Neural Networks </vt:lpstr>
      <vt:lpstr>Phase 2: Atomistic Line Graph Neural Networks </vt:lpstr>
      <vt:lpstr>Phase 3: Generating MXene Graphs</vt:lpstr>
      <vt:lpstr>Phase 3: Generating MXene Graphs</vt:lpstr>
      <vt:lpstr>Phase 3: Generating MXene Graphs</vt:lpstr>
      <vt:lpstr>Phase 3: Generating MXene Graphs</vt:lpstr>
      <vt:lpstr>Phase 4: High-throughput Deep Learning for MXene Property Prediction</vt:lpstr>
      <vt:lpstr>Phase 4: High-throughput Deep Learning for MXene Property Prediction</vt:lpstr>
      <vt:lpstr>Phase 4: High-throughput Deep Learning for MXene Property Prediction</vt:lpstr>
      <vt:lpstr>Phase 4: High-throughput Deep Learning for MXene Property Prediction</vt:lpstr>
      <vt:lpstr>Phase 4: High-throughput Deep Learning for MXene Property Prediction</vt:lpstr>
      <vt:lpstr>PowerPoint Presentation</vt:lpstr>
      <vt:lpstr>Background</vt:lpstr>
      <vt:lpstr>Related work</vt:lpstr>
      <vt:lpstr>Why do we need ML/DL?</vt:lpstr>
      <vt:lpstr>Phase 0: Predicting MXene Properties via ML</vt:lpstr>
      <vt:lpstr>ML MXene Prediction Results from [7]</vt:lpstr>
      <vt:lpstr>Phase 1: Graph Contrastive Learning</vt:lpstr>
      <vt:lpstr>Molecular Graphs</vt:lpstr>
      <vt:lpstr>MXene Molecular Graph</vt:lpstr>
      <vt:lpstr>Graphs vs Tabular Data</vt:lpstr>
      <vt:lpstr>Workflow</vt:lpstr>
      <vt:lpstr>Graphical Neural Networks (GNNs)</vt:lpstr>
      <vt:lpstr>Graph Contrastive Learning (GCL)</vt:lpstr>
      <vt:lpstr>VICReg loss function</vt:lpstr>
      <vt:lpstr>VICReg loss function</vt:lpstr>
      <vt:lpstr>VICReg loss function</vt:lpstr>
      <vt:lpstr>VICReg loss function</vt:lpstr>
      <vt:lpstr>VICReg loss function</vt:lpstr>
      <vt:lpstr>MXenes Best model for each feature</vt:lpstr>
      <vt:lpstr>Phase 2: Atomistic Line Graph Neural Networks </vt:lpstr>
      <vt:lpstr>Workflow for Phase 2</vt:lpstr>
      <vt:lpstr>Atomistic Line Graph Neural Network (ALIGNN) [4]</vt:lpstr>
      <vt:lpstr>ALIGNNTL NN Architecture </vt:lpstr>
      <vt:lpstr>Results</vt:lpstr>
      <vt:lpstr>Best Results vs. Phase 1 Results</vt:lpstr>
      <vt:lpstr>Phase 3: Generating MXene Graphs</vt:lpstr>
      <vt:lpstr>Periodic Table</vt:lpstr>
      <vt:lpstr>M atoms</vt:lpstr>
      <vt:lpstr>X atoms</vt:lpstr>
      <vt:lpstr>Tx</vt:lpstr>
      <vt:lpstr>MXene Sample Space Enumeration</vt:lpstr>
      <vt:lpstr>Reducing this sample space</vt:lpstr>
      <vt:lpstr>Possible M Elements</vt:lpstr>
      <vt:lpstr>Possible X Elements</vt:lpstr>
      <vt:lpstr>Possible Tx</vt:lpstr>
      <vt:lpstr>10 MXene Structure types</vt:lpstr>
      <vt:lpstr>10 MXene Structure types</vt:lpstr>
      <vt:lpstr>Building a MXene</vt:lpstr>
      <vt:lpstr>Phase 4: High-throughput Deep Learning for MXene Property Prediction</vt:lpstr>
      <vt:lpstr>Target Properties</vt:lpstr>
      <vt:lpstr>Model Training 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Work Function</vt:lpstr>
      <vt:lpstr>Termination Binding Energy</vt:lpstr>
      <vt:lpstr>Magnetic (T/F)</vt:lpstr>
      <vt:lpstr>PowerPoint Presentation</vt:lpstr>
      <vt:lpstr>My Publication List</vt:lpstr>
      <vt:lpstr>Acknowledgment</vt:lpstr>
      <vt:lpstr>PowerPoint Presentation</vt:lpstr>
      <vt:lpstr>References</vt:lpstr>
      <vt:lpstr>References (continued)</vt:lpstr>
      <vt:lpstr>References (continued)</vt:lpstr>
      <vt:lpstr>References (continued)</vt:lpstr>
      <vt:lpstr>References (continued)</vt:lpstr>
      <vt:lpstr>References (continued)</vt:lpstr>
      <vt:lpstr>Backup Slides</vt:lpstr>
      <vt:lpstr>CEDAR Project overview (MXenes subproject)</vt:lpstr>
      <vt:lpstr>The Materials Genome Initiative (MGI) at NIST</vt:lpstr>
      <vt:lpstr>Phase 1 </vt:lpstr>
      <vt:lpstr>Workflow</vt:lpstr>
      <vt:lpstr>Graphical Neural Networks (GNNs)</vt:lpstr>
      <vt:lpstr>Graph Contrastive Learning (GCL)</vt:lpstr>
      <vt:lpstr>VICReg loss function</vt:lpstr>
      <vt:lpstr>VICReg loss function</vt:lpstr>
      <vt:lpstr>VICReg loss function</vt:lpstr>
      <vt:lpstr>VICReg loss function</vt:lpstr>
      <vt:lpstr>VICReg loss function</vt:lpstr>
      <vt:lpstr>PowerPoint Presentation</vt:lpstr>
      <vt:lpstr>Phase 2</vt:lpstr>
      <vt:lpstr>ALIGNNTL Hyperparameters</vt:lpstr>
      <vt:lpstr>PowerPoint Presentation</vt:lpstr>
      <vt:lpstr>PowerPoint Presentation</vt:lpstr>
      <vt:lpstr>PowerPoint Presentation</vt:lpstr>
      <vt:lpstr>Data</vt:lpstr>
      <vt:lpstr>All preds Stability</vt:lpstr>
      <vt:lpstr>Single M preds Stability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Title, Verdana Bold 40pt</dc:title>
  <dc:creator>Melissa</dc:creator>
  <cp:lastModifiedBy>Eric Vertina</cp:lastModifiedBy>
  <cp:revision>645</cp:revision>
  <dcterms:created xsi:type="dcterms:W3CDTF">2015-05-27T13:16:15Z</dcterms:created>
  <dcterms:modified xsi:type="dcterms:W3CDTF">2025-06-27T20:07:23Z</dcterms:modified>
</cp:coreProperties>
</file>